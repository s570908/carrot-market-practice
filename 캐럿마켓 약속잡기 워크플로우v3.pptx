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>
  <p:sldMasterIdLst>
    <p:sldMasterId id="2147483648" r:id="rId1"/>
  </p:sldMasterIdLst>
  <p:notesMasterIdLst>
    <p:notesMasterId r:id="rId2"/>
  </p:notesMasterIdLst>
  <p:sldIdLst>
    <p:sldId id="269" r:id="rId3"/>
    <p:sldId id="256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04" r:id="rId13"/>
    <p:sldId id="311" r:id="rId14"/>
    <p:sldId id="337" r:id="rId15"/>
    <p:sldId id="312" r:id="rId16"/>
    <p:sldId id="313" r:id="rId17"/>
    <p:sldId id="314" r:id="rId18"/>
    <p:sldId id="315" r:id="rId19"/>
    <p:sldId id="305" r:id="rId20"/>
    <p:sldId id="316" r:id="rId21"/>
    <p:sldId id="320" r:id="rId22"/>
    <p:sldId id="345" r:id="rId23"/>
    <p:sldId id="322" r:id="rId24"/>
    <p:sldId id="346" r:id="rId25"/>
    <p:sldId id="347" r:id="rId26"/>
    <p:sldId id="348" r:id="rId27"/>
    <p:sldId id="349" r:id="rId28"/>
    <p:sldId id="350" r:id="rId29"/>
    <p:sldId id="351" r:id="rId30"/>
    <p:sldId id="306" r:id="rId31"/>
    <p:sldId id="355" r:id="rId32"/>
    <p:sldId id="356" r:id="rId33"/>
    <p:sldId id="357" r:id="rId34"/>
    <p:sldId id="326" r:id="rId35"/>
    <p:sldId id="359" r:id="rId36"/>
    <p:sldId id="365" r:id="rId37"/>
    <p:sldId id="366" r:id="rId38"/>
    <p:sldId id="367" r:id="rId39"/>
    <p:sldId id="368" r:id="rId40"/>
    <p:sldId id="369" r:id="rId41"/>
    <p:sldId id="327" r:id="rId42"/>
    <p:sldId id="385" r:id="rId43"/>
    <p:sldId id="307" r:id="rId44"/>
    <p:sldId id="262" r:id="rId45"/>
    <p:sldId id="263" r:id="rId46"/>
    <p:sldId id="264" r:id="rId47"/>
    <p:sldId id="265" r:id="rId48"/>
    <p:sldId id="266" r:id="rId49"/>
    <p:sldId id="386" r:id="rId50"/>
    <p:sldId id="382" r:id="rId51"/>
    <p:sldId id="393" r:id="rId52"/>
    <p:sldId id="387" r:id="rId53"/>
    <p:sldId id="388" r:id="rId54"/>
    <p:sldId id="394" r:id="rId55"/>
    <p:sldId id="395" r:id="rId56"/>
    <p:sldId id="268" r:id="rId57"/>
    <p:sldId id="300" r:id="rId58"/>
    <p:sldId id="396" r:id="rId59"/>
    <p:sldId id="271" r:id="rId60"/>
    <p:sldId id="275" r:id="rId61"/>
    <p:sldId id="276" r:id="rId62"/>
    <p:sldId id="277" r:id="rId63"/>
    <p:sldId id="279" r:id="rId64"/>
    <p:sldId id="282" r:id="rId65"/>
    <p:sldId id="287" r:id="rId66"/>
    <p:sldId id="288" r:id="rId67"/>
    <p:sldId id="384" r:id="rId68"/>
    <p:sldId id="293" r:id="rId69"/>
    <p:sldId id="294" r:id="rId70"/>
    <p:sldId id="295" r:id="rId71"/>
    <p:sldId id="397" r:id="rId72"/>
    <p:sldId id="289" r:id="rId73"/>
    <p:sldId id="299" r:id="rId74"/>
    <p:sldId id="301" r:id="rId75"/>
    <p:sldId id="303" r:id="rId76"/>
    <p:sldId id="373" r:id="rId77"/>
    <p:sldId id="374" r:id="rId78"/>
    <p:sldId id="375" r:id="rId79"/>
    <p:sldId id="377" r:id="rId80"/>
    <p:sldId id="380" r:id="rId81"/>
    <p:sldId id="381" r:id="rId82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4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slide" Target="slides/slide57.xml"  /><Relationship Id="rId6" Type="http://schemas.openxmlformats.org/officeDocument/2006/relationships/slide" Target="slides/slide4.xml"  /><Relationship Id="rId60" Type="http://schemas.openxmlformats.org/officeDocument/2006/relationships/slide" Target="slides/slide58.xml"  /><Relationship Id="rId61" Type="http://schemas.openxmlformats.org/officeDocument/2006/relationships/slide" Target="slides/slide59.xml"  /><Relationship Id="rId62" Type="http://schemas.openxmlformats.org/officeDocument/2006/relationships/slide" Target="slides/slide60.xml"  /><Relationship Id="rId63" Type="http://schemas.openxmlformats.org/officeDocument/2006/relationships/slide" Target="slides/slide61.xml"  /><Relationship Id="rId64" Type="http://schemas.openxmlformats.org/officeDocument/2006/relationships/slide" Target="slides/slide62.xml"  /><Relationship Id="rId65" Type="http://schemas.openxmlformats.org/officeDocument/2006/relationships/slide" Target="slides/slide63.xml"  /><Relationship Id="rId66" Type="http://schemas.openxmlformats.org/officeDocument/2006/relationships/slide" Target="slides/slide64.xml"  /><Relationship Id="rId67" Type="http://schemas.openxmlformats.org/officeDocument/2006/relationships/slide" Target="slides/slide65.xml"  /><Relationship Id="rId68" Type="http://schemas.openxmlformats.org/officeDocument/2006/relationships/slide" Target="slides/slide66.xml"  /><Relationship Id="rId69" Type="http://schemas.openxmlformats.org/officeDocument/2006/relationships/slide" Target="slides/slide67.xml"  /><Relationship Id="rId7" Type="http://schemas.openxmlformats.org/officeDocument/2006/relationships/slide" Target="slides/slide5.xml"  /><Relationship Id="rId70" Type="http://schemas.openxmlformats.org/officeDocument/2006/relationships/slide" Target="slides/slide68.xml"  /><Relationship Id="rId71" Type="http://schemas.openxmlformats.org/officeDocument/2006/relationships/slide" Target="slides/slide69.xml"  /><Relationship Id="rId72" Type="http://schemas.openxmlformats.org/officeDocument/2006/relationships/slide" Target="slides/slide70.xml"  /><Relationship Id="rId73" Type="http://schemas.openxmlformats.org/officeDocument/2006/relationships/slide" Target="slides/slide71.xml"  /><Relationship Id="rId74" Type="http://schemas.openxmlformats.org/officeDocument/2006/relationships/slide" Target="slides/slide72.xml"  /><Relationship Id="rId75" Type="http://schemas.openxmlformats.org/officeDocument/2006/relationships/slide" Target="slides/slide73.xml"  /><Relationship Id="rId76" Type="http://schemas.openxmlformats.org/officeDocument/2006/relationships/slide" Target="slides/slide74.xml"  /><Relationship Id="rId77" Type="http://schemas.openxmlformats.org/officeDocument/2006/relationships/slide" Target="slides/slide75.xml"  /><Relationship Id="rId78" Type="http://schemas.openxmlformats.org/officeDocument/2006/relationships/slide" Target="slides/slide76.xml"  /><Relationship Id="rId79" Type="http://schemas.openxmlformats.org/officeDocument/2006/relationships/slide" Target="slides/slide77.xml"  /><Relationship Id="rId8" Type="http://schemas.openxmlformats.org/officeDocument/2006/relationships/slide" Target="slides/slide6.xml"  /><Relationship Id="rId80" Type="http://schemas.openxmlformats.org/officeDocument/2006/relationships/slide" Target="slides/slide78.xml"  /><Relationship Id="rId81" Type="http://schemas.openxmlformats.org/officeDocument/2006/relationships/slide" Target="slides/slide79.xml"  /><Relationship Id="rId82" Type="http://schemas.openxmlformats.org/officeDocument/2006/relationships/slide" Target="slides/slide80.xml"  /><Relationship Id="rId83" Type="http://schemas.openxmlformats.org/officeDocument/2006/relationships/presProps" Target="presProps.xml"  /><Relationship Id="rId84" Type="http://schemas.openxmlformats.org/officeDocument/2006/relationships/viewProps" Target="viewProps.xml"  /><Relationship Id="rId85" Type="http://schemas.openxmlformats.org/officeDocument/2006/relationships/theme" Target="theme/theme1.xml"  /><Relationship Id="rId86" Type="http://schemas.openxmlformats.org/officeDocument/2006/relationships/tableStyles" Target="tableStyles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30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31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33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4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5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6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37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38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39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40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43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44.xml"  /><Relationship Id="rId2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slide" Target="../slides/slide45.xml"  /><Relationship Id="rId2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6.xml"  /><Relationship Id="rId2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7.xml"  /><Relationship Id="rId2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9.xml"  /><Relationship Id="rId2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2.xml"  /><Relationship Id="rId2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5.xml"  /><Relationship Id="rId2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48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2022-08-23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8" r:id="rId8"/>
    <p:sldLayoutId id="2147483659" r:id="rId9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emf"  /><Relationship Id="rId3" Type="http://schemas.openxmlformats.org/officeDocument/2006/relationships/image" Target="../media/image2.emf"  /><Relationship Id="rId4" Type="http://schemas.openxmlformats.org/officeDocument/2006/relationships/image" Target="../media/image3.emf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emf"  /><Relationship Id="rId3" Type="http://schemas.openxmlformats.org/officeDocument/2006/relationships/image" Target="../media/image4.emf"  /><Relationship Id="rId4" Type="http://schemas.openxmlformats.org/officeDocument/2006/relationships/image" Target="../media/image5.emf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emf"  /><Relationship Id="rId3" Type="http://schemas.openxmlformats.org/officeDocument/2006/relationships/image" Target="../media/image6.emf"  /><Relationship Id="rId4" Type="http://schemas.openxmlformats.org/officeDocument/2006/relationships/image" Target="../media/image7.emf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emf"  /><Relationship Id="rId3" Type="http://schemas.openxmlformats.org/officeDocument/2006/relationships/image" Target="../media/image3.emf"  /><Relationship Id="rId4" Type="http://schemas.openxmlformats.org/officeDocument/2006/relationships/image" Target="../media/image8.emf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emf"  /><Relationship Id="rId4" Type="http://schemas.openxmlformats.org/officeDocument/2006/relationships/image" Target="../media/image7.emf"  /><Relationship Id="rId5" Type="http://schemas.openxmlformats.org/officeDocument/2006/relationships/image" Target="../media/image9.emf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emf"  /><Relationship Id="rId3" Type="http://schemas.openxmlformats.org/officeDocument/2006/relationships/image" Target="../media/image6.emf"  /><Relationship Id="rId4" Type="http://schemas.openxmlformats.org/officeDocument/2006/relationships/image" Target="../media/image10.emf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emf"  /><Relationship Id="rId3" Type="http://schemas.openxmlformats.org/officeDocument/2006/relationships/image" Target="../media/image7.emf"  /><Relationship Id="rId4" Type="http://schemas.openxmlformats.org/officeDocument/2006/relationships/image" Target="../media/image3.emf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emf"  /><Relationship Id="rId3" Type="http://schemas.openxmlformats.org/officeDocument/2006/relationships/image" Target="../media/image7.emf"  /><Relationship Id="rId4" Type="http://schemas.openxmlformats.org/officeDocument/2006/relationships/image" Target="../media/image8.em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emf"  /><Relationship Id="rId3" Type="http://schemas.openxmlformats.org/officeDocument/2006/relationships/image" Target="../media/image10.emf"  /><Relationship Id="rId4" Type="http://schemas.openxmlformats.org/officeDocument/2006/relationships/image" Target="../media/image9.emf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emf"  /><Relationship Id="rId4" Type="http://schemas.openxmlformats.org/officeDocument/2006/relationships/image" Target="../media/image12.emf"  /><Relationship Id="rId5" Type="http://schemas.openxmlformats.org/officeDocument/2006/relationships/image" Target="../media/image13.emf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emf"  /><Relationship Id="rId4" Type="http://schemas.openxmlformats.org/officeDocument/2006/relationships/image" Target="../media/image13.emf"  /><Relationship Id="rId5" Type="http://schemas.openxmlformats.org/officeDocument/2006/relationships/image" Target="../media/image15.emf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.emf"  /><Relationship Id="rId4" Type="http://schemas.openxmlformats.org/officeDocument/2006/relationships/image" Target="../media/image16.emf"  /><Relationship Id="rId5" Type="http://schemas.openxmlformats.org/officeDocument/2006/relationships/image" Target="../media/image17.emf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emf"  /><Relationship Id="rId4" Type="http://schemas.openxmlformats.org/officeDocument/2006/relationships/image" Target="../media/image18.emf"  /><Relationship Id="rId5" Type="http://schemas.openxmlformats.org/officeDocument/2006/relationships/image" Target="../media/image19.emf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emf"  /><Relationship Id="rId4" Type="http://schemas.openxmlformats.org/officeDocument/2006/relationships/image" Target="../media/image18.emf"  /><Relationship Id="rId5" Type="http://schemas.openxmlformats.org/officeDocument/2006/relationships/image" Target="../media/image17.emf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emf"  /><Relationship Id="rId4" Type="http://schemas.openxmlformats.org/officeDocument/2006/relationships/image" Target="../media/image20.emf"  /><Relationship Id="rId5" Type="http://schemas.openxmlformats.org/officeDocument/2006/relationships/image" Target="../media/image21.emf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2.emf"  /><Relationship Id="rId4" Type="http://schemas.openxmlformats.org/officeDocument/2006/relationships/image" Target="../media/image23.emf"  /><Relationship Id="rId5" Type="http://schemas.openxmlformats.org/officeDocument/2006/relationships/image" Target="../media/image24.emf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5.emf"  /><Relationship Id="rId4" Type="http://schemas.openxmlformats.org/officeDocument/2006/relationships/image" Target="../media/image26.emf"  /><Relationship Id="rId5" Type="http://schemas.openxmlformats.org/officeDocument/2006/relationships/image" Target="../media/image27.emf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8.emf"  /><Relationship Id="rId4" Type="http://schemas.openxmlformats.org/officeDocument/2006/relationships/image" Target="../media/image29.emf"  /><Relationship Id="rId5" Type="http://schemas.openxmlformats.org/officeDocument/2006/relationships/image" Target="../media/image30.emf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7.emf"  /><Relationship Id="rId4" Type="http://schemas.openxmlformats.org/officeDocument/2006/relationships/image" Target="../media/image31.emf"  /><Relationship Id="rId5" Type="http://schemas.openxmlformats.org/officeDocument/2006/relationships/image" Target="../media/image30.emf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2.emf"  /><Relationship Id="rId4" Type="http://schemas.openxmlformats.org/officeDocument/2006/relationships/image" Target="../media/image33.emf"  /><Relationship Id="rId5" Type="http://schemas.openxmlformats.org/officeDocument/2006/relationships/image" Target="../media/image34.emf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4.emf"  /><Relationship Id="rId4" Type="http://schemas.openxmlformats.org/officeDocument/2006/relationships/image" Target="../media/image35.emf"  /><Relationship Id="rId5" Type="http://schemas.openxmlformats.org/officeDocument/2006/relationships/image" Target="../media/image36.emf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6.emf"  /><Relationship Id="rId4" Type="http://schemas.openxmlformats.org/officeDocument/2006/relationships/image" Target="../media/image37.emf"  /><Relationship Id="rId5" Type="http://schemas.openxmlformats.org/officeDocument/2006/relationships/image" Target="../media/image38.emf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8.emf"  /><Relationship Id="rId4" Type="http://schemas.openxmlformats.org/officeDocument/2006/relationships/image" Target="../media/image39.emf"  /><Relationship Id="rId5" Type="http://schemas.openxmlformats.org/officeDocument/2006/relationships/image" Target="../media/image40.emf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0.emf"  /><Relationship Id="rId4" Type="http://schemas.openxmlformats.org/officeDocument/2006/relationships/image" Target="../media/image41.emf"  /><Relationship Id="rId5" Type="http://schemas.openxmlformats.org/officeDocument/2006/relationships/image" Target="../media/image42.emf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2.emf"  /><Relationship Id="rId4" Type="http://schemas.openxmlformats.org/officeDocument/2006/relationships/image" Target="../media/image43.emf"  /><Relationship Id="rId5" Type="http://schemas.openxmlformats.org/officeDocument/2006/relationships/image" Target="../media/image44.emf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5.emf"  /><Relationship Id="rId4" Type="http://schemas.openxmlformats.org/officeDocument/2006/relationships/image" Target="../media/image46.emf"  /><Relationship Id="rId5" Type="http://schemas.openxmlformats.org/officeDocument/2006/relationships/image" Target="../media/image47.emf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7.emf"  /><Relationship Id="rId4" Type="http://schemas.openxmlformats.org/officeDocument/2006/relationships/image" Target="../media/image48.emf"  /><Relationship Id="rId5" Type="http://schemas.openxmlformats.org/officeDocument/2006/relationships/image" Target="../media/image49.emf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0.emf"  /><Relationship Id="rId4" Type="http://schemas.openxmlformats.org/officeDocument/2006/relationships/image" Target="../media/image51.emf"  /><Relationship Id="rId5" Type="http://schemas.openxmlformats.org/officeDocument/2006/relationships/image" Target="../media/image52.emf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3.emf"  /><Relationship Id="rId4" Type="http://schemas.openxmlformats.org/officeDocument/2006/relationships/image" Target="../media/image54.emf"  /><Relationship Id="rId5" Type="http://schemas.openxmlformats.org/officeDocument/2006/relationships/image" Target="../media/image55.emf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6.emf"  /><Relationship Id="rId4" Type="http://schemas.openxmlformats.org/officeDocument/2006/relationships/image" Target="../media/image57.emf"  /><Relationship Id="rId5" Type="http://schemas.openxmlformats.org/officeDocument/2006/relationships/image" Target="../media/image58.emf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8.emf"  /><Relationship Id="rId4" Type="http://schemas.openxmlformats.org/officeDocument/2006/relationships/image" Target="../media/image59.emf"  /><Relationship Id="rId5" Type="http://schemas.openxmlformats.org/officeDocument/2006/relationships/image" Target="../media/image60.emf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1.emf"  /><Relationship Id="rId4" Type="http://schemas.openxmlformats.org/officeDocument/2006/relationships/image" Target="../media/image54.emf"  /><Relationship Id="rId5" Type="http://schemas.openxmlformats.org/officeDocument/2006/relationships/image" Target="../media/image62.emf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2.emf"  /><Relationship Id="rId4" Type="http://schemas.openxmlformats.org/officeDocument/2006/relationships/image" Target="../media/image63.emf"  /><Relationship Id="rId5" Type="http://schemas.openxmlformats.org/officeDocument/2006/relationships/image" Target="../media/image64.emf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4.emf"  /><Relationship Id="rId4" Type="http://schemas.openxmlformats.org/officeDocument/2006/relationships/image" Target="../media/image65.emf"  /><Relationship Id="rId5" Type="http://schemas.openxmlformats.org/officeDocument/2006/relationships/image" Target="../media/image66.emf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7.emf"  /><Relationship Id="rId4" Type="http://schemas.openxmlformats.org/officeDocument/2006/relationships/image" Target="../media/image68.emf"  /><Relationship Id="rId5" Type="http://schemas.openxmlformats.org/officeDocument/2006/relationships/image" Target="../media/image69.emf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0.emf"  /><Relationship Id="rId3" Type="http://schemas.openxmlformats.org/officeDocument/2006/relationships/image" Target="../media/image71.emf"  /><Relationship Id="rId4" Type="http://schemas.openxmlformats.org/officeDocument/2006/relationships/image" Target="../media/image72.png"  /><Relationship Id="rId5" Type="http://schemas.openxmlformats.org/officeDocument/2006/relationships/image" Target="../media/image73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4.emf"  /><Relationship Id="rId4" Type="http://schemas.openxmlformats.org/officeDocument/2006/relationships/image" Target="../media/image75.emf"  /><Relationship Id="rId5" Type="http://schemas.openxmlformats.org/officeDocument/2006/relationships/image" Target="../media/image76.emf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4.emf"  /><Relationship Id="rId4" Type="http://schemas.openxmlformats.org/officeDocument/2006/relationships/image" Target="../media/image77.emf"  /><Relationship Id="rId5" Type="http://schemas.openxmlformats.org/officeDocument/2006/relationships/image" Target="../media/image78.emf"  /><Relationship Id="rId6" Type="http://schemas.openxmlformats.org/officeDocument/2006/relationships/image" Target="../media/image79.emf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0.emf"  /><Relationship Id="rId4" Type="http://schemas.openxmlformats.org/officeDocument/2006/relationships/image" Target="../media/image81.emf"  /><Relationship Id="rId5" Type="http://schemas.openxmlformats.org/officeDocument/2006/relationships/image" Target="../media/image74.emf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4.emf"  /><Relationship Id="rId4" Type="http://schemas.openxmlformats.org/officeDocument/2006/relationships/image" Target="../media/image82.emf"  /><Relationship Id="rId5" Type="http://schemas.openxmlformats.org/officeDocument/2006/relationships/image" Target="../media/image83.emf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4.emf"  /><Relationship Id="rId4" Type="http://schemas.openxmlformats.org/officeDocument/2006/relationships/image" Target="../media/image85.emf"  /><Relationship Id="rId5" Type="http://schemas.openxmlformats.org/officeDocument/2006/relationships/image" Target="../media/image86.png"  /><Relationship Id="rId6" Type="http://schemas.openxmlformats.org/officeDocument/2006/relationships/image" Target="../media/image87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8.png"  /><Relationship Id="rId4" Type="http://schemas.openxmlformats.org/officeDocument/2006/relationships/image" Target="../media/image89.png"  /><Relationship Id="rId5" Type="http://schemas.openxmlformats.org/officeDocument/2006/relationships/image" Target="../media/image90.png"  /><Relationship Id="rId6" Type="http://schemas.openxmlformats.org/officeDocument/2006/relationships/image" Target="../media/image91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2.emf"  /><Relationship Id="rId3" Type="http://schemas.openxmlformats.org/officeDocument/2006/relationships/image" Target="../media/image93.png"  /><Relationship Id="rId4" Type="http://schemas.openxmlformats.org/officeDocument/2006/relationships/image" Target="../media/image94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5.png"  /><Relationship Id="rId4" Type="http://schemas.openxmlformats.org/officeDocument/2006/relationships/image" Target="../media/image88.png"  /><Relationship Id="rId5" Type="http://schemas.openxmlformats.org/officeDocument/2006/relationships/image" Target="../media/image96.png"  /><Relationship Id="rId6" Type="http://schemas.openxmlformats.org/officeDocument/2006/relationships/image" Target="../media/image97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8.emf"  /><Relationship Id="rId3" Type="http://schemas.openxmlformats.org/officeDocument/2006/relationships/image" Target="../media/image99.emf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0.emf"  /><Relationship Id="rId4" Type="http://schemas.openxmlformats.org/officeDocument/2006/relationships/image" Target="../media/image101.emf"  /><Relationship Id="rId5" Type="http://schemas.openxmlformats.org/officeDocument/2006/relationships/image" Target="../media/image102.emf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3.emf"  /><Relationship Id="rId3" Type="http://schemas.openxmlformats.org/officeDocument/2006/relationships/image" Target="../media/image104.emf"  /><Relationship Id="rId4" Type="http://schemas.openxmlformats.org/officeDocument/2006/relationships/image" Target="../media/image105.png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2.emf"  /><Relationship Id="rId3" Type="http://schemas.openxmlformats.org/officeDocument/2006/relationships/image" Target="../media/image106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7.emf"  /><Relationship Id="rId3" Type="http://schemas.openxmlformats.org/officeDocument/2006/relationships/image" Target="../media/image108.emf"  /><Relationship Id="rId4" Type="http://schemas.openxmlformats.org/officeDocument/2006/relationships/image" Target="../media/image107.emf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7.emf"  /><Relationship Id="rId4" Type="http://schemas.openxmlformats.org/officeDocument/2006/relationships/image" Target="../media/image109.emf"  /><Relationship Id="rId5" Type="http://schemas.openxmlformats.org/officeDocument/2006/relationships/image" Target="../media/image110.emf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1.emf"  /><Relationship Id="rId3" Type="http://schemas.openxmlformats.org/officeDocument/2006/relationships/image" Target="../media/image112.emf"  /><Relationship Id="rId4" Type="http://schemas.openxmlformats.org/officeDocument/2006/relationships/image" Target="../media/image113.emf"  /></Relationships>
</file>

<file path=ppt/slides/_rels/slide6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4.emf"  /><Relationship Id="rId3" Type="http://schemas.openxmlformats.org/officeDocument/2006/relationships/image" Target="../media/image115.emf"  /><Relationship Id="rId4" Type="http://schemas.openxmlformats.org/officeDocument/2006/relationships/image" Target="../media/image116.emf"  /></Relationships>
</file>

<file path=ppt/slides/_rels/slide6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6.emf"  /><Relationship Id="rId3" Type="http://schemas.openxmlformats.org/officeDocument/2006/relationships/image" Target="../media/image117.emf"  /><Relationship Id="rId4" Type="http://schemas.openxmlformats.org/officeDocument/2006/relationships/image" Target="../media/image118.emf"  /></Relationships>
</file>

<file path=ppt/slides/_rels/slide6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9.emf"  /><Relationship Id="rId3" Type="http://schemas.openxmlformats.org/officeDocument/2006/relationships/image" Target="../media/image120.emf"  /><Relationship Id="rId4" Type="http://schemas.openxmlformats.org/officeDocument/2006/relationships/image" Target="../media/image121.emf"  /></Relationships>
</file>

<file path=ppt/slides/_rels/slide6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1.emf"  /><Relationship Id="rId3" Type="http://schemas.openxmlformats.org/officeDocument/2006/relationships/image" Target="../media/image122.emf"  /><Relationship Id="rId4" Type="http://schemas.openxmlformats.org/officeDocument/2006/relationships/image" Target="../media/image123.emf"  /></Relationships>
</file>

<file path=ppt/slides/_rels/slide6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4.emf"  /><Relationship Id="rId3" Type="http://schemas.openxmlformats.org/officeDocument/2006/relationships/image" Target="../media/image125.emf"  /><Relationship Id="rId4" Type="http://schemas.openxmlformats.org/officeDocument/2006/relationships/image" Target="../media/image126.emf"  /></Relationships>
</file>

<file path=ppt/slides/_rels/slide6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5.emf"  /><Relationship Id="rId3" Type="http://schemas.openxmlformats.org/officeDocument/2006/relationships/image" Target="../media/image127.emf"  /><Relationship Id="rId4" Type="http://schemas.openxmlformats.org/officeDocument/2006/relationships/image" Target="../media/image128.emf"  /></Relationships>
</file>

<file path=ppt/slides/_rels/slide6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6.emf"  /><Relationship Id="rId3" Type="http://schemas.openxmlformats.org/officeDocument/2006/relationships/image" Target="../media/image129.emf"  /><Relationship Id="rId4" Type="http://schemas.openxmlformats.org/officeDocument/2006/relationships/image" Target="../media/image130.emf"  /></Relationships>
</file>

<file path=ppt/slides/_rels/slide7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1.emf"  /><Relationship Id="rId3" Type="http://schemas.openxmlformats.org/officeDocument/2006/relationships/image" Target="../media/image103.emf"  /><Relationship Id="rId4" Type="http://schemas.openxmlformats.org/officeDocument/2006/relationships/image" Target="../media/image92.emf"  /></Relationships>
</file>

<file path=ppt/slides/_rels/slide7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9.emf"  /><Relationship Id="rId3" Type="http://schemas.openxmlformats.org/officeDocument/2006/relationships/image" Target="../media/image132.emf"  /><Relationship Id="rId4" Type="http://schemas.openxmlformats.org/officeDocument/2006/relationships/image" Target="../media/image123.emf"  /></Relationships>
</file>

<file path=ppt/slides/_rels/slide7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3.emf"  /><Relationship Id="rId3" Type="http://schemas.openxmlformats.org/officeDocument/2006/relationships/image" Target="../media/image134.emf"  /><Relationship Id="rId4" Type="http://schemas.openxmlformats.org/officeDocument/2006/relationships/image" Target="../media/image133.emf"  /></Relationships>
</file>

<file path=ppt/slides/_rels/slide7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5.emf"  /><Relationship Id="rId3" Type="http://schemas.openxmlformats.org/officeDocument/2006/relationships/image" Target="../media/image136.emf"  /><Relationship Id="rId4" Type="http://schemas.openxmlformats.org/officeDocument/2006/relationships/image" Target="../media/image137.emf"  /></Relationships>
</file>

<file path=ppt/slides/_rels/slide7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7.emf"  /><Relationship Id="rId3" Type="http://schemas.openxmlformats.org/officeDocument/2006/relationships/image" Target="../media/image138.emf"  /><Relationship Id="rId4" Type="http://schemas.openxmlformats.org/officeDocument/2006/relationships/image" Target="../media/image139.emf"  /></Relationships>
</file>

<file path=ppt/slides/_rels/slide7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8.emf"  /><Relationship Id="rId3" Type="http://schemas.openxmlformats.org/officeDocument/2006/relationships/image" Target="../media/image139.emf"  /><Relationship Id="rId4" Type="http://schemas.openxmlformats.org/officeDocument/2006/relationships/image" Target="../media/image140.emf"  /></Relationships>
</file>

<file path=ppt/slides/_rels/slide7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8.emf"  /><Relationship Id="rId3" Type="http://schemas.openxmlformats.org/officeDocument/2006/relationships/image" Target="../media/image141.emf"  /><Relationship Id="rId4" Type="http://schemas.openxmlformats.org/officeDocument/2006/relationships/image" Target="../media/image142.emf"  /></Relationships>
</file>

<file path=ppt/slides/_rels/slide7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2.emf"  /><Relationship Id="rId3" Type="http://schemas.openxmlformats.org/officeDocument/2006/relationships/image" Target="../media/image143.emf"  /></Relationships>
</file>

<file path=ppt/slides/_rels/slide7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4.emf"  /><Relationship Id="rId3" Type="http://schemas.openxmlformats.org/officeDocument/2006/relationships/image" Target="../media/image145.emf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479163" y="2170737"/>
            <a:ext cx="9629507" cy="1757242"/>
          </a:xfrm>
        </p:spPr>
        <p:txBody>
          <a:bodyPr>
            <a:normAutofit fontScale="90000"/>
          </a:bodyPr>
          <a:p>
            <a:pPr>
              <a:defRPr/>
            </a:pPr>
            <a:br>
              <a:rPr lang="en-US" altLang="ko-KR"/>
            </a:b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시작하기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전</a:t>
            </a:r>
            <a:r>
              <a:rPr lang="en-US" altLang="ko-KR"/>
              <a:t> </a:t>
            </a: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)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612607" y="2573912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3349441" y="1639257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대한민국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  <p:sp>
        <p:nvSpPr>
          <p:cNvPr id="8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7458446" y="2863670"/>
            <a:ext cx="1721236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다른</a:t>
            </a:r>
            <a:r>
              <a:rPr lang="en-US" altLang="ko-KR"/>
              <a:t> </a:t>
            </a: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11" name="TextBox"/>
          <p:cNvSpPr txBox="1"/>
          <p:nvPr/>
        </p:nvSpPr>
        <p:spPr>
          <a:xfrm>
            <a:off x="938310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날짜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19353" y="1203201"/>
            <a:ext cx="2339097" cy="4808144"/>
          </a:xfrm>
          <a:prstGeom prst="rect">
            <a:avLst/>
          </a:prstGeom>
        </p:spPr>
      </p:pic>
      <p:sp>
        <p:nvSpPr>
          <p:cNvPr id="14" name="prstName"/>
          <p:cNvSpPr/>
          <p:nvPr/>
        </p:nvSpPr>
        <p:spPr>
          <a:xfrm>
            <a:off x="3612639" y="4670731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Box"/>
          <p:cNvSpPr txBox="1"/>
          <p:nvPr/>
        </p:nvSpPr>
        <p:spPr>
          <a:xfrm>
            <a:off x="3612886" y="383268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닫기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6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80042" y="1182618"/>
            <a:ext cx="2348927" cy="482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1260369" y="40572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시작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217361" y="2863537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66164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6447" y="1202938"/>
            <a:ext cx="2348927" cy="4828354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36132" y="1203201"/>
            <a:ext cx="2348929" cy="4828353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53210" y="1203201"/>
            <a:ext cx="2348783" cy="482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156401" y="2707962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동네에</a:t>
            </a:r>
            <a:r>
              <a:rPr lang="en-US" altLang="ko-KR"/>
              <a:t> </a:t>
            </a:r>
            <a:r>
              <a:rPr lang="ko-KR" altLang="en-US"/>
              <a:t>참여하기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60957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GPS</a:t>
            </a:r>
            <a:r>
              <a:rPr lang="ko-KR" altLang="en-US"/>
              <a:t>로인증하기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6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6275" y="1203201"/>
            <a:ext cx="2348783" cy="4828054"/>
          </a:xfrm>
          <a:prstGeom prst="rect">
            <a:avLst/>
          </a:prstGeom>
        </p:spPr>
      </p:pic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25890" y="1202938"/>
            <a:ext cx="2349056" cy="4828616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63192" y="1202902"/>
            <a:ext cx="2349001" cy="482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8016070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9655102" y="322773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4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34716" y="1176194"/>
            <a:ext cx="2349001" cy="4828501"/>
          </a:xfrm>
          <a:prstGeom prst="rect">
            <a:avLst/>
          </a:prstGeom>
        </p:spPr>
      </p:pic>
      <p:sp>
        <p:nvSpPr>
          <p:cNvPr id="5" name="TextBox"/>
          <p:cNvSpPr txBox="1"/>
          <p:nvPr/>
        </p:nvSpPr>
        <p:spPr>
          <a:xfrm>
            <a:off x="3253476" y="2708210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변경하기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6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04722" y="1176268"/>
            <a:ext cx="2348927" cy="4828354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1194997" y="459933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8" name="prstName"/>
          <p:cNvSpPr/>
          <p:nvPr/>
        </p:nvSpPr>
        <p:spPr>
          <a:xfrm>
            <a:off x="3518107" y="3347856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7643866" y="2708210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미국으로</a:t>
            </a:r>
            <a:r>
              <a:rPr lang="en-US" altLang="ko-KR"/>
              <a:t> </a:t>
            </a:r>
            <a:r>
              <a:rPr lang="ko-KR" altLang="en-US"/>
              <a:t>유지하기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65035" y="1176368"/>
            <a:ext cx="2348935" cy="482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285306" y="2707962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미국으로</a:t>
            </a:r>
            <a:r>
              <a:rPr lang="en-US" altLang="ko-KR"/>
              <a:t> </a:t>
            </a:r>
            <a:r>
              <a:rPr lang="ko-KR" altLang="en-US"/>
              <a:t>유지하기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6616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여기로</a:t>
            </a:r>
            <a:r>
              <a:rPr lang="en-US" altLang="ko-KR"/>
              <a:t> </a:t>
            </a:r>
            <a:r>
              <a:rPr lang="ko-KR" altLang="en-US"/>
              <a:t>설정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54655" y="1176368"/>
            <a:ext cx="2348935" cy="4828365"/>
          </a:xfrm>
          <a:prstGeom prst="rect">
            <a:avLst/>
          </a:prstGeom>
        </p:spPr>
      </p:pic>
      <p:sp>
        <p:nvSpPr>
          <p:cNvPr id="6" name="prstName"/>
          <p:cNvSpPr/>
          <p:nvPr/>
        </p:nvSpPr>
        <p:spPr>
          <a:xfrm>
            <a:off x="36494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344722" y="322773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3866" y="1176194"/>
            <a:ext cx="2349001" cy="4828501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35974" y="1176023"/>
            <a:ext cx="2349230" cy="4828973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9383322" y="6004753"/>
            <a:ext cx="205930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미국이</a:t>
            </a:r>
            <a:r>
              <a:rPr lang="en-US" altLang="ko-KR"/>
              <a:t> </a:t>
            </a:r>
            <a:r>
              <a:rPr lang="ko-KR" altLang="en-US"/>
              <a:t>아니라서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오류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156401" y="2707962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동네에</a:t>
            </a:r>
            <a:r>
              <a:rPr lang="en-US" altLang="ko-KR"/>
              <a:t> </a:t>
            </a:r>
            <a:r>
              <a:rPr lang="ko-KR" altLang="en-US"/>
              <a:t>참여하기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60957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다음에</a:t>
            </a:r>
            <a:r>
              <a:rPr lang="en-US" altLang="ko-KR"/>
              <a:t> </a:t>
            </a:r>
            <a:r>
              <a:rPr lang="ko-KR" altLang="en-US"/>
              <a:t>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938310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6275" y="1203201"/>
            <a:ext cx="2348783" cy="4828054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25890" y="1202938"/>
            <a:ext cx="2349056" cy="4828616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093934" y="1203200"/>
            <a:ext cx="2348983" cy="482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7856050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33348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GPS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위치</a:t>
            </a:r>
            <a:r>
              <a:rPr lang="en-US" altLang="ko-KR"/>
              <a:t> </a:t>
            </a:r>
            <a:r>
              <a:rPr lang="ko-KR" altLang="en-US"/>
              <a:t>선택하기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1194534" y="459933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04508" y="1176530"/>
            <a:ext cx="2348983" cy="4828467"/>
          </a:xfrm>
          <a:prstGeom prst="rect">
            <a:avLst/>
          </a:prstGeom>
        </p:spPr>
      </p:pic>
      <p:sp>
        <p:nvSpPr>
          <p:cNvPr id="6" name="prstName"/>
          <p:cNvSpPr/>
          <p:nvPr/>
        </p:nvSpPr>
        <p:spPr>
          <a:xfrm>
            <a:off x="36494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344722" y="322773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4716" y="1176194"/>
            <a:ext cx="2349001" cy="4828501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7563856" y="2707722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변경하기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05442" y="1176268"/>
            <a:ext cx="2348927" cy="4828354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9495717" y="459933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7856050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33348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GPS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위치</a:t>
            </a:r>
            <a:r>
              <a:rPr lang="en-US" altLang="ko-KR"/>
              <a:t> </a:t>
            </a:r>
            <a:r>
              <a:rPr lang="ko-KR" altLang="en-US"/>
              <a:t>선택하기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1194534" y="459933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04508" y="1176530"/>
            <a:ext cx="2348983" cy="4828467"/>
          </a:xfrm>
          <a:prstGeom prst="rect">
            <a:avLst/>
          </a:prstGeom>
        </p:spPr>
      </p:pic>
      <p:sp>
        <p:nvSpPr>
          <p:cNvPr id="6" name="prstName"/>
          <p:cNvSpPr/>
          <p:nvPr/>
        </p:nvSpPr>
        <p:spPr>
          <a:xfrm>
            <a:off x="36494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344722" y="322773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4716" y="1176194"/>
            <a:ext cx="2349001" cy="4828501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7563856" y="2707722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미국으로</a:t>
            </a:r>
            <a:r>
              <a:rPr lang="en-US" altLang="ko-KR"/>
              <a:t> </a:t>
            </a:r>
            <a:r>
              <a:rPr lang="ko-KR" altLang="en-US"/>
              <a:t>유지하기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9495717" y="459933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국가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85025" y="1176368"/>
            <a:ext cx="2348935" cy="482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285306" y="2707962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직접</a:t>
            </a:r>
            <a:r>
              <a:rPr lang="en-US" altLang="ko-KR"/>
              <a:t> </a:t>
            </a:r>
            <a:r>
              <a:rPr lang="ko-KR" altLang="en-US"/>
              <a:t>선택하기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6616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여기로</a:t>
            </a:r>
            <a:r>
              <a:rPr lang="en-US" altLang="ko-KR"/>
              <a:t> </a:t>
            </a:r>
            <a:r>
              <a:rPr lang="ko-KR" altLang="en-US"/>
              <a:t>설정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54655" y="1176368"/>
            <a:ext cx="2348935" cy="4828365"/>
          </a:xfrm>
          <a:prstGeom prst="rect">
            <a:avLst/>
          </a:prstGeom>
        </p:spPr>
      </p:pic>
      <p:sp>
        <p:nvSpPr>
          <p:cNvPr id="6" name="prstName"/>
          <p:cNvSpPr/>
          <p:nvPr/>
        </p:nvSpPr>
        <p:spPr>
          <a:xfrm>
            <a:off x="36494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344722" y="322773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60620" y="1176530"/>
            <a:ext cx="2348983" cy="4828467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36057" y="1176194"/>
            <a:ext cx="2348948" cy="4828392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9436817" y="6004753"/>
            <a:ext cx="19475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미국이</a:t>
            </a:r>
            <a:r>
              <a:rPr lang="en-US" altLang="ko-KR"/>
              <a:t> </a:t>
            </a:r>
            <a:r>
              <a:rPr lang="ko-KR" altLang="en-US"/>
              <a:t>아니라서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오류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461047" y="1989578"/>
            <a:ext cx="9629507" cy="1757242"/>
          </a:xfrm>
        </p:spPr>
        <p:txBody>
          <a:bodyPr>
            <a:normAutofit fontScale="90000"/>
          </a:bodyPr>
          <a:p>
            <a:pPr>
              <a:defRPr/>
            </a:pPr>
            <a:br>
              <a:rPr lang="en-US" altLang="ko-KR"/>
            </a:b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시작하기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대한민국에서</a:t>
            </a:r>
            <a:r>
              <a:rPr lang="en-US" altLang="ko-KR"/>
              <a:t> </a:t>
            </a:r>
            <a:r>
              <a:rPr lang="ko-KR" altLang="en-US"/>
              <a:t>시작하기</a:t>
            </a:r>
            <a:r>
              <a:rPr lang="en-US" altLang="ko-KR"/>
              <a:t>-</a:t>
            </a:r>
            <a:r>
              <a:rPr lang="ko-KR" altLang="en-US"/>
              <a:t>폰에서</a:t>
            </a:r>
            <a:r>
              <a:rPr lang="en-US" altLang="ko-KR"/>
              <a:t> GPS </a:t>
            </a:r>
            <a:r>
              <a:rPr lang="ko-KR" altLang="en-US"/>
              <a:t>설정이</a:t>
            </a:r>
            <a:r>
              <a:rPr lang="en-US" altLang="ko-KR"/>
              <a:t> </a:t>
            </a:r>
            <a:r>
              <a:rPr lang="ko-KR" altLang="en-US"/>
              <a:t>안</a:t>
            </a:r>
            <a:r>
              <a:rPr lang="en-US" altLang="ko-KR"/>
              <a:t> </a:t>
            </a:r>
            <a:r>
              <a:rPr lang="ko-KR" altLang="en-US"/>
              <a:t>된</a:t>
            </a:r>
            <a:r>
              <a:rPr lang="en-US" altLang="ko-KR"/>
              <a:t> </a:t>
            </a:r>
            <a:r>
              <a:rPr lang="ko-KR" altLang="en-US"/>
              <a:t>경우</a:t>
            </a:r>
            <a:r>
              <a:rPr lang="en-US" altLang="ko-KR"/>
              <a:t>)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9337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56258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동명검색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14710" y="1182945"/>
            <a:ext cx="2349043" cy="4828588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57345" y="1182544"/>
            <a:ext cx="2349147" cy="4828803"/>
          </a:xfrm>
          <a:prstGeom prst="rect">
            <a:avLst/>
          </a:prstGeom>
        </p:spPr>
      </p:pic>
      <p:sp>
        <p:nvSpPr>
          <p:cNvPr id="12" name="TextBox"/>
          <p:cNvSpPr txBox="1"/>
          <p:nvPr/>
        </p:nvSpPr>
        <p:spPr>
          <a:xfrm>
            <a:off x="9671421" y="40558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동명검색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113128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9337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57909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input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동명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동명검색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1160" y="1182945"/>
            <a:ext cx="2349043" cy="4828588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88240" y="1182544"/>
            <a:ext cx="2349147" cy="4828803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5402316" y="40558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동명검색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26718" y="1182544"/>
            <a:ext cx="2349018" cy="482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5403564" y="405585"/>
            <a:ext cx="208407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폰</a:t>
            </a:r>
            <a:r>
              <a:rPr lang="en-US" altLang="ko-KR"/>
              <a:t> </a:t>
            </a:r>
            <a:r>
              <a:rPr lang="ko-KR" altLang="en-US"/>
              <a:t>위치</a:t>
            </a:r>
            <a:r>
              <a:rPr lang="en-US" altLang="ko-KR"/>
              <a:t> </a:t>
            </a:r>
            <a:r>
              <a:rPr lang="ko-KR" altLang="en-US"/>
              <a:t>설정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67942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사용함으로</a:t>
            </a:r>
            <a:r>
              <a:rPr lang="en-US" altLang="ko-KR"/>
              <a:t> </a:t>
            </a:r>
            <a:r>
              <a:rPr lang="ko-KR" altLang="en-US"/>
              <a:t>토글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9401037" y="26842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위치를</a:t>
            </a:r>
            <a:r>
              <a:rPr lang="en-US" altLang="ko-KR"/>
              <a:t> </a:t>
            </a:r>
            <a:r>
              <a:rPr lang="ko-KR" altLang="en-US"/>
              <a:t>찾는</a:t>
            </a:r>
            <a:r>
              <a:rPr lang="en-US" altLang="ko-KR"/>
              <a:t> </a:t>
            </a:r>
            <a:r>
              <a:rPr lang="ko-KR" altLang="en-US"/>
              <a:t>로딩</a:t>
            </a:r>
            <a:r>
              <a:rPr lang="en-US" altLang="ko-KR"/>
              <a:t> </a:t>
            </a:r>
            <a:r>
              <a:rPr lang="ko-KR" altLang="en-US"/>
              <a:t>중인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설정하기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7335" y="1182945"/>
            <a:ext cx="2349043" cy="4828588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38406" y="1182544"/>
            <a:ext cx="2349019" cy="4828539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100745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50572" y="1182544"/>
            <a:ext cx="2349001" cy="4828502"/>
          </a:xfrm>
          <a:prstGeom prst="rect">
            <a:avLst/>
          </a:prstGeom>
        </p:spPr>
      </p:pic>
      <p:sp>
        <p:nvSpPr>
          <p:cNvPr id="12" name="TextBox"/>
          <p:cNvSpPr txBox="1"/>
          <p:nvPr/>
        </p:nvSpPr>
        <p:spPr>
          <a:xfrm>
            <a:off x="9150847" y="6145450"/>
            <a:ext cx="23596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짧은</a:t>
            </a:r>
            <a:r>
              <a:rPr lang="en-US" altLang="ko-KR"/>
              <a:t> </a:t>
            </a:r>
            <a:r>
              <a:rPr lang="ko-KR" altLang="en-US"/>
              <a:t>시간이</a:t>
            </a:r>
            <a:r>
              <a:rPr lang="en-US" altLang="ko-KR"/>
              <a:t> </a:t>
            </a:r>
            <a:r>
              <a:rPr lang="ko-KR" altLang="en-US"/>
              <a:t>지나면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사라짐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461047" y="1989578"/>
            <a:ext cx="9629507" cy="1757242"/>
          </a:xfrm>
        </p:spPr>
        <p:txBody>
          <a:bodyPr>
            <a:normAutofit fontScale="90000"/>
          </a:bodyPr>
          <a:p>
            <a:pPr>
              <a:defRPr/>
            </a:pPr>
            <a:br>
              <a:rPr lang="en-US" altLang="ko-KR"/>
            </a:b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시작하기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대한민국에서</a:t>
            </a:r>
            <a:r>
              <a:rPr lang="en-US" altLang="ko-KR"/>
              <a:t> </a:t>
            </a:r>
            <a:r>
              <a:rPr lang="ko-KR" altLang="en-US"/>
              <a:t>시작하기</a:t>
            </a:r>
            <a:r>
              <a:rPr lang="en-US" altLang="ko-KR"/>
              <a:t>-</a:t>
            </a:r>
            <a:r>
              <a:rPr lang="ko-KR" altLang="en-US"/>
              <a:t>폰에서</a:t>
            </a:r>
            <a:r>
              <a:rPr lang="en-US" altLang="ko-KR"/>
              <a:t> GPS </a:t>
            </a:r>
            <a:r>
              <a:rPr lang="ko-KR" altLang="en-US"/>
              <a:t>설정이</a:t>
            </a:r>
            <a:r>
              <a:rPr lang="en-US" altLang="ko-KR"/>
              <a:t> </a:t>
            </a:r>
            <a:r>
              <a:rPr lang="ko-KR" altLang="en-US"/>
              <a:t>된</a:t>
            </a:r>
            <a:r>
              <a:rPr lang="en-US" altLang="ko-KR"/>
              <a:t> </a:t>
            </a:r>
            <a:r>
              <a:rPr lang="ko-KR" altLang="en-US"/>
              <a:t>경우</a:t>
            </a:r>
            <a:r>
              <a:rPr lang="en-US" altLang="ko-KR"/>
              <a:t>)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66164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검색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86056" y="1182798"/>
            <a:ext cx="2349003" cy="4828509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057545" y="1381935"/>
            <a:ext cx="2251982" cy="462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574651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현재</a:t>
            </a:r>
            <a:r>
              <a:rPr lang="en-US" altLang="ko-KR"/>
              <a:t> </a:t>
            </a:r>
            <a:r>
              <a:rPr lang="ko-KR" altLang="en-US"/>
              <a:t>위치로</a:t>
            </a:r>
            <a:r>
              <a:rPr lang="en-US" altLang="ko-KR"/>
              <a:t> </a:t>
            </a:r>
            <a:r>
              <a:rPr lang="ko-KR" altLang="en-US"/>
              <a:t>찾기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86056" y="1182798"/>
            <a:ext cx="2349003" cy="4828509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50572" y="1182544"/>
            <a:ext cx="2349001" cy="4828502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9401037" y="26842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위치를</a:t>
            </a:r>
            <a:r>
              <a:rPr lang="en-US" altLang="ko-KR"/>
              <a:t> </a:t>
            </a:r>
            <a:r>
              <a:rPr lang="ko-KR" altLang="en-US"/>
              <a:t>찾는</a:t>
            </a:r>
            <a:r>
              <a:rPr lang="en-US" altLang="ko-KR"/>
              <a:t> </a:t>
            </a:r>
            <a:r>
              <a:rPr lang="ko-KR" altLang="en-US"/>
              <a:t>로딩</a:t>
            </a:r>
            <a:r>
              <a:rPr lang="en-US" altLang="ko-KR"/>
              <a:t> </a:t>
            </a:r>
            <a:r>
              <a:rPr lang="ko-KR" altLang="en-US"/>
              <a:t>중인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2" name="TextBox"/>
          <p:cNvSpPr txBox="1"/>
          <p:nvPr/>
        </p:nvSpPr>
        <p:spPr>
          <a:xfrm>
            <a:off x="9150847" y="6145450"/>
            <a:ext cx="23596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짧은</a:t>
            </a:r>
            <a:r>
              <a:rPr lang="en-US" altLang="ko-KR"/>
              <a:t> </a:t>
            </a:r>
            <a:r>
              <a:rPr lang="ko-KR" altLang="en-US"/>
              <a:t>시간이</a:t>
            </a:r>
            <a:r>
              <a:rPr lang="en-US" altLang="ko-KR"/>
              <a:t> </a:t>
            </a:r>
            <a:r>
              <a:rPr lang="ko-KR" altLang="en-US"/>
              <a:t>지나면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사라짐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66164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667737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약관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86056" y="1182798"/>
            <a:ext cx="2349003" cy="4828509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098383" y="1203048"/>
            <a:ext cx="2339043" cy="480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본인</a:t>
            </a:r>
            <a:r>
              <a:rPr lang="en-US" altLang="ko-KR"/>
              <a:t> </a:t>
            </a:r>
            <a:r>
              <a:rPr lang="ko-KR" altLang="en-US"/>
              <a:t>인증</a:t>
            </a:r>
            <a:r>
              <a:rPr lang="en-US" altLang="ko-KR"/>
              <a:t> </a:t>
            </a:r>
            <a:r>
              <a:rPr lang="ko-KR" altLang="en-US"/>
              <a:t>진행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579731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짧은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뒤</a:t>
            </a:r>
            <a:r>
              <a:rPr lang="en-US" altLang="ko-KR"/>
              <a:t> </a:t>
            </a: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740200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3475836" y="284525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88569" y="1182544"/>
            <a:ext cx="2349019" cy="4828539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1991" y="1182393"/>
            <a:ext cx="2349092" cy="4828690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43688" y="1203048"/>
            <a:ext cx="2339043" cy="480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1004312" y="40572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29307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생년월일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53210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생년월일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576370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통신사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1358" y="1182881"/>
            <a:ext cx="2348856" cy="4828202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03293" y="1182393"/>
            <a:ext cx="2349092" cy="482868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85962" y="1182581"/>
            <a:ext cx="2349074" cy="482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529307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정보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73138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1109280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통신사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342376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통신사</a:t>
            </a:r>
            <a:r>
              <a:rPr lang="en-US" altLang="ko-KR"/>
              <a:t> </a:t>
            </a:r>
            <a:r>
              <a:rPr lang="ko-KR" altLang="en-US"/>
              <a:t>선택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8784" y="1182581"/>
            <a:ext cx="2349074" cy="4828653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36492" y="1182907"/>
            <a:ext cx="2348842" cy="4828175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2948" y="1182552"/>
            <a:ext cx="2349143" cy="48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1165530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번호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660376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576370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통신사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32249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285962" y="1182581"/>
            <a:ext cx="2349074" cy="4828653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28878" y="1182697"/>
            <a:ext cx="2349071" cy="4828648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5128651" y="6148525"/>
            <a:ext cx="255397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정확한</a:t>
            </a:r>
            <a:r>
              <a:rPr lang="en-US" altLang="ko-KR"/>
              <a:t> </a:t>
            </a:r>
            <a:r>
              <a:rPr lang="ko-KR" altLang="en-US"/>
              <a:t>전화번호</a:t>
            </a:r>
            <a:r>
              <a:rPr lang="en-US" altLang="ko-KR"/>
              <a:t>, </a:t>
            </a:r>
            <a:r>
              <a:rPr lang="ko-KR" altLang="en-US"/>
              <a:t>주민등록번호</a:t>
            </a:r>
            <a:r>
              <a:rPr lang="en-US" altLang="ko-KR"/>
              <a:t>, </a:t>
            </a: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필요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75393" y="1182552"/>
            <a:ext cx="2349143" cy="48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849305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본인</a:t>
            </a:r>
            <a:r>
              <a:rPr lang="en-US" altLang="ko-KR"/>
              <a:t> </a:t>
            </a:r>
            <a:r>
              <a:rPr lang="ko-KR" altLang="en-US"/>
              <a:t>인증</a:t>
            </a:r>
            <a:r>
              <a:rPr lang="en-US" altLang="ko-KR"/>
              <a:t> </a:t>
            </a:r>
            <a:r>
              <a:rPr lang="ko-KR" altLang="en-US"/>
              <a:t>진행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241330" y="2563168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짧은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뒤</a:t>
            </a:r>
            <a:r>
              <a:rPr lang="en-US" altLang="ko-KR"/>
              <a:t> </a:t>
            </a: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5326315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9594" y="1182544"/>
            <a:ext cx="2349019" cy="4828539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36216" y="1182393"/>
            <a:ext cx="2349092" cy="4828690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3162" y="1182625"/>
            <a:ext cx="2349199" cy="4828908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7648681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1066696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이름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496149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6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6226" y="1176275"/>
            <a:ext cx="2349199" cy="4828908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7603109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통신사</a:t>
            </a:r>
            <a:r>
              <a:rPr lang="en-US" altLang="ko-KR"/>
              <a:t> </a:t>
            </a:r>
            <a:r>
              <a:rPr lang="ko-KR" altLang="en-US"/>
              <a:t>선택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36521" y="1176341"/>
            <a:ext cx="2349091" cy="4828689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5453722" y="405548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통신사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3153" y="1176530"/>
            <a:ext cx="2349000" cy="482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1108606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정보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496149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729920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326087" y="405548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인증번호</a:t>
            </a:r>
            <a:r>
              <a:rPr lang="en-US" altLang="ko-KR"/>
              <a:t> </a:t>
            </a:r>
            <a:r>
              <a:rPr lang="ko-KR" altLang="en-US"/>
              <a:t>입력화면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8448" y="1176530"/>
            <a:ext cx="2349000" cy="4828500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36108" y="1176231"/>
            <a:ext cx="2349146" cy="4828801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2770" y="1176605"/>
            <a:ext cx="2349037" cy="482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223734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기존</a:t>
            </a:r>
            <a:r>
              <a:rPr lang="en-US" altLang="ko-KR"/>
              <a:t> </a:t>
            </a:r>
            <a:r>
              <a:rPr lang="ko-KR" altLang="en-US"/>
              <a:t>계정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566877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닉네임</a:t>
            </a:r>
            <a:r>
              <a:rPr lang="en-US" altLang="ko-KR"/>
              <a:t> </a:t>
            </a:r>
            <a:r>
              <a:rPr lang="ko-KR" altLang="en-US"/>
              <a:t>선택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5326087" y="405548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계정인증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9335" y="1176605"/>
            <a:ext cx="2349037" cy="4828577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99966" y="1176042"/>
            <a:ext cx="2349238" cy="4828989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80259" y="1176368"/>
            <a:ext cx="2348915" cy="48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459241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711804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동네</a:t>
            </a:r>
            <a:r>
              <a:rPr lang="en-US" altLang="ko-KR"/>
              <a:t> </a:t>
            </a:r>
            <a:r>
              <a:rPr lang="ko-KR" altLang="en-US"/>
              <a:t>선택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5326087" y="405548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계정인증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9214" y="1176368"/>
            <a:ext cx="2348915" cy="4828327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04716" y="1176042"/>
            <a:ext cx="2349238" cy="4828989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84640" y="1176494"/>
            <a:ext cx="2349092" cy="48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459241" y="2837488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476817" y="2707948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다음에</a:t>
            </a:r>
            <a:r>
              <a:rPr lang="en-US" altLang="ko-KR"/>
              <a:t> </a:t>
            </a:r>
            <a:r>
              <a:rPr lang="ko-KR" altLang="en-US"/>
              <a:t>받을게요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5471015" y="423664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메인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3356" y="1176494"/>
            <a:ext cx="2349092" cy="4828688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00186" y="1176493"/>
            <a:ext cx="2348854" cy="4828202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7327" y="1176493"/>
            <a:ext cx="2349018" cy="48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/>
          </a:bodyPr>
          <a:p>
            <a:pPr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(</a:t>
            </a:r>
            <a:r>
              <a:rPr lang="ko-KR" altLang="en-US"/>
              <a:t>기본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번호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567141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번호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33646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로그인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13232" y="1203312"/>
            <a:ext cx="2338916" cy="4807770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6564" y="1202975"/>
            <a:ext cx="2339188" cy="480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990949" y="278774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번호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530311" y="1884703"/>
            <a:ext cx="1721485" cy="1463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문자로</a:t>
            </a:r>
            <a:r>
              <a:rPr lang="en-US" altLang="ko-KR"/>
              <a:t> </a:t>
            </a:r>
            <a:r>
              <a:rPr lang="ko-KR" altLang="en-US"/>
              <a:t>오는</a:t>
            </a:r>
            <a:r>
              <a:rPr lang="en-US" altLang="ko-KR"/>
              <a:t> </a:t>
            </a:r>
            <a:r>
              <a:rPr lang="ko-KR" altLang="en-US"/>
              <a:t>인증번호가</a:t>
            </a:r>
            <a:r>
              <a:rPr lang="en-US" altLang="ko-KR"/>
              <a:t> </a:t>
            </a:r>
            <a:r>
              <a:rPr lang="ko-KR" altLang="en-US"/>
              <a:t>자동입력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완료까지</a:t>
            </a:r>
            <a:r>
              <a:rPr lang="en-US" altLang="ko-KR"/>
              <a:t> </a:t>
            </a:r>
            <a:r>
              <a:rPr lang="ko-KR" altLang="en-US"/>
              <a:t>처리됨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3473297" y="284525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5860" y="1202975"/>
            <a:ext cx="2330883" cy="4791261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41018" y="1186055"/>
            <a:ext cx="2338898" cy="4807735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5326094" y="278774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인증번호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1658" y="1203048"/>
            <a:ext cx="2330759" cy="4791004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10030395" y="415934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홈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/>
          </a:bodyPr>
          <a:p>
            <a:pPr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(</a:t>
            </a: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당근마켓</a:t>
            </a:r>
            <a:r>
              <a:rPr lang="en-US" altLang="ko-KR"/>
              <a:t> </a:t>
            </a: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실행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제일</a:t>
            </a:r>
            <a:r>
              <a:rPr lang="en-US" altLang="ko-KR"/>
              <a:t> </a:t>
            </a:r>
            <a:r>
              <a:rPr lang="ko-KR" altLang="en-US"/>
              <a:t>먼저</a:t>
            </a:r>
            <a:r>
              <a:rPr lang="en-US" altLang="ko-KR"/>
              <a:t> </a:t>
            </a:r>
            <a:r>
              <a:rPr lang="ko-KR" altLang="en-US"/>
              <a:t>나오는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휴대폰</a:t>
            </a:r>
            <a:r>
              <a:rPr lang="en-US" altLang="ko-KR"/>
              <a:t> </a:t>
            </a:r>
            <a:r>
              <a:rPr lang="ko-KR" altLang="en-US"/>
              <a:t>번호</a:t>
            </a:r>
            <a:r>
              <a:rPr lang="en-US" altLang="ko-KR"/>
              <a:t> </a:t>
            </a:r>
            <a:r>
              <a:rPr lang="ko-KR" altLang="en-US"/>
              <a:t>로그인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4584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이메일로</a:t>
            </a:r>
            <a:r>
              <a:rPr lang="en-US" altLang="ko-KR"/>
              <a:t> </a:t>
            </a:r>
            <a:r>
              <a:rPr lang="ko-KR" altLang="en-US"/>
              <a:t>계정찾기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667737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이메일로</a:t>
            </a:r>
            <a:r>
              <a:rPr lang="en-US" altLang="ko-KR"/>
              <a:t> </a:t>
            </a:r>
            <a:r>
              <a:rPr lang="ko-KR" altLang="en-US"/>
              <a:t>계정</a:t>
            </a:r>
            <a:r>
              <a:rPr lang="en-US" altLang="ko-KR"/>
              <a:t> </a:t>
            </a:r>
            <a:r>
              <a:rPr lang="ko-KR" altLang="en-US"/>
              <a:t>찾기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5473" y="1202975"/>
            <a:ext cx="2339300" cy="4808559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33646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로그인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13232" y="1203312"/>
            <a:ext cx="2338916" cy="4807770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79895" y="1182629"/>
            <a:ext cx="2348977" cy="482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이메일로</a:t>
            </a:r>
            <a:r>
              <a:rPr lang="en-US" altLang="ko-KR"/>
              <a:t> </a:t>
            </a:r>
            <a:r>
              <a:rPr lang="ko-KR" altLang="en-US"/>
              <a:t>계정</a:t>
            </a:r>
            <a:r>
              <a:rPr lang="en-US" altLang="ko-KR"/>
              <a:t> </a:t>
            </a:r>
            <a:r>
              <a:rPr lang="ko-KR" altLang="en-US"/>
              <a:t>찾기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4584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인증메일</a:t>
            </a:r>
            <a:r>
              <a:rPr lang="en-US" altLang="ko-KR"/>
              <a:t> </a:t>
            </a:r>
            <a:r>
              <a:rPr lang="ko-KR" altLang="en-US"/>
              <a:t>받기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33646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148" y="1202949"/>
            <a:ext cx="2348977" cy="4828452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36051" y="1223174"/>
            <a:ext cx="2349186" cy="4828884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2641" y="1202750"/>
            <a:ext cx="2349036" cy="482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1260369" y="341032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나의</a:t>
            </a:r>
            <a:r>
              <a:rPr lang="en-US" altLang="ko-KR"/>
              <a:t> </a:t>
            </a:r>
            <a:r>
              <a:rPr lang="ko-KR" altLang="en-US"/>
              <a:t>당근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696571" y="284525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331443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등록하기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19605" y="1203200"/>
            <a:ext cx="2348820" cy="4828128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91635" y="1202891"/>
            <a:ext cx="2349133" cy="4828773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5188008" y="341032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등록하기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2557" y="1203143"/>
            <a:ext cx="2349046" cy="482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4584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메일로</a:t>
            </a:r>
            <a:r>
              <a:rPr lang="en-US" altLang="ko-KR"/>
              <a:t> </a:t>
            </a:r>
            <a:r>
              <a:rPr lang="ko-KR" altLang="en-US"/>
              <a:t>온</a:t>
            </a:r>
            <a:r>
              <a:rPr lang="en-US" altLang="ko-KR"/>
              <a:t> </a:t>
            </a:r>
            <a:r>
              <a:rPr lang="ko-KR" altLang="en-US"/>
              <a:t>인증번호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31443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인증메일</a:t>
            </a:r>
            <a:r>
              <a:rPr lang="en-US" altLang="ko-KR"/>
              <a:t> </a:t>
            </a:r>
            <a:r>
              <a:rPr lang="ko-KR" altLang="en-US"/>
              <a:t>받기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964623" y="322916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등록하기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65172" y="1203143"/>
            <a:ext cx="2349046" cy="4828596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13033" y="1202901"/>
            <a:ext cx="2349001" cy="4828501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79993" y="1203227"/>
            <a:ext cx="2348842" cy="4828175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9179960" y="48599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변경하기</a:t>
            </a:r>
            <a:r>
              <a:rPr lang="en-US" altLang="ko-KR"/>
              <a:t> </a:t>
            </a:r>
            <a:r>
              <a:rPr lang="ko-KR" altLang="en-US"/>
              <a:t>클릭하면</a:t>
            </a:r>
            <a:r>
              <a:rPr lang="en-US" altLang="ko-KR"/>
              <a:t> </a:t>
            </a:r>
            <a:r>
              <a:rPr lang="ko-KR" altLang="en-US"/>
              <a:t>나의</a:t>
            </a:r>
            <a:r>
              <a:rPr lang="en-US" altLang="ko-KR"/>
              <a:t> </a:t>
            </a:r>
            <a:r>
              <a:rPr lang="ko-KR" altLang="en-US"/>
              <a:t>당근</a:t>
            </a:r>
            <a:r>
              <a:rPr lang="en-US" altLang="ko-KR"/>
              <a:t> </a:t>
            </a:r>
            <a:r>
              <a:rPr lang="ko-KR" altLang="en-US"/>
              <a:t>페이지로</a:t>
            </a:r>
            <a:r>
              <a:rPr lang="en-US" altLang="ko-KR"/>
              <a:t> </a:t>
            </a:r>
            <a:r>
              <a:rPr lang="ko-KR" altLang="en-US"/>
              <a:t>이동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이메일로</a:t>
            </a:r>
            <a:r>
              <a:rPr lang="en-US" altLang="ko-KR"/>
              <a:t> </a:t>
            </a:r>
            <a:r>
              <a:rPr lang="ko-KR" altLang="en-US"/>
              <a:t>계정</a:t>
            </a:r>
            <a:r>
              <a:rPr lang="en-US" altLang="ko-KR"/>
              <a:t> </a:t>
            </a:r>
            <a:r>
              <a:rPr lang="ko-KR" altLang="en-US"/>
              <a:t>찾기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(</a:t>
            </a:r>
            <a:r>
              <a:rPr lang="ko-KR" altLang="en-US"/>
              <a:t>이메일이</a:t>
            </a:r>
            <a:r>
              <a:rPr lang="en-US" altLang="ko-KR"/>
              <a:t> </a:t>
            </a:r>
            <a:r>
              <a:rPr lang="ko-KR" altLang="en-US"/>
              <a:t>기존에</a:t>
            </a:r>
            <a:r>
              <a:rPr lang="en-US" altLang="ko-KR"/>
              <a:t> </a:t>
            </a:r>
            <a:r>
              <a:rPr lang="ko-KR" altLang="en-US"/>
              <a:t>등록된</a:t>
            </a:r>
            <a:r>
              <a:rPr lang="en-US" altLang="ko-KR"/>
              <a:t> </a:t>
            </a:r>
            <a:r>
              <a:rPr lang="ko-KR" altLang="en-US"/>
              <a:t>경우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4584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인증메일</a:t>
            </a:r>
            <a:r>
              <a:rPr lang="en-US" altLang="ko-KR"/>
              <a:t> </a:t>
            </a:r>
            <a:r>
              <a:rPr lang="ko-KR" altLang="en-US"/>
              <a:t>받기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3364601" y="2863670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148" y="1202949"/>
            <a:ext cx="2348977" cy="4828452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36051" y="1223174"/>
            <a:ext cx="2349186" cy="4828884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2931" y="1202975"/>
            <a:ext cx="2349074" cy="482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45844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이메일로</a:t>
            </a:r>
            <a:r>
              <a:rPr lang="en-US" altLang="ko-KR"/>
              <a:t> </a:t>
            </a:r>
            <a:r>
              <a:rPr lang="ko-KR" altLang="en-US"/>
              <a:t>시작하기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289036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인증번호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pic>
        <p:nvPicPr>
          <p:cNvPr id="6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44896" y="1182655"/>
            <a:ext cx="2349074" cy="4828652"/>
          </a:xfrm>
          <a:prstGeom prst="rect">
            <a:avLst/>
          </a:prstGeom>
        </p:spPr>
      </p:pic>
      <p:pic>
        <p:nvPicPr>
          <p:cNvPr id="7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10717" y="1182723"/>
            <a:ext cx="2348931" cy="4828359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79849" y="1182862"/>
            <a:ext cx="2331571" cy="4792674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9290421" y="378618"/>
            <a:ext cx="22212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전화번호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2607" y="3347977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532741" y="257093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인증문자</a:t>
            </a:r>
            <a:r>
              <a:rPr lang="en-US" altLang="ko-KR"/>
              <a:t> </a:t>
            </a:r>
            <a:r>
              <a:rPr lang="ko-KR" altLang="en-US"/>
              <a:t>받기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289036" y="270809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전화번호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pic>
        <p:nvPicPr>
          <p:cNvPr id="6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1984" y="1182862"/>
            <a:ext cx="2331571" cy="4792674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862066" y="396734"/>
            <a:ext cx="22212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전화번호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05893" y="1182819"/>
            <a:ext cx="2331786" cy="4793118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00606" y="1182699"/>
            <a:ext cx="2331626" cy="479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고객센터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782964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639605" y="2845255"/>
            <a:ext cx="1721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3</a:t>
            </a:r>
            <a:r>
              <a:rPr lang="ko-KR" altLang="en-US"/>
              <a:t>개</a:t>
            </a:r>
            <a:r>
              <a:rPr lang="en-US" altLang="ko-KR"/>
              <a:t> </a:t>
            </a:r>
            <a:r>
              <a:rPr lang="ko-KR" altLang="en-US"/>
              <a:t>점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3364822" y="2708095"/>
            <a:ext cx="1721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공유</a:t>
            </a:r>
            <a:r>
              <a:rPr lang="en-US" altLang="ko-KR"/>
              <a:t> </a:t>
            </a:r>
            <a:r>
              <a:rPr lang="ko-KR" altLang="en-US"/>
              <a:t>아이콘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86088" y="1259752"/>
            <a:ext cx="2311440" cy="4751294"/>
          </a:xfrm>
          <a:prstGeom prst="rect">
            <a:avLst/>
          </a:prstGeom>
        </p:spPr>
      </p:pic>
      <p:sp>
        <p:nvSpPr>
          <p:cNvPr id="10" name="prstName"/>
          <p:cNvSpPr/>
          <p:nvPr/>
        </p:nvSpPr>
        <p:spPr>
          <a:xfrm>
            <a:off x="3620978" y="3348193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22200" y="1259526"/>
            <a:ext cx="2311659" cy="4751745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349362" y="1259453"/>
            <a:ext cx="2311551" cy="4751520"/>
          </a:xfrm>
          <a:prstGeom prst="rect">
            <a:avLst/>
          </a:prstGeom>
        </p:spPr>
      </p:pic>
      <p:sp>
        <p:nvSpPr>
          <p:cNvPr id="13" name="TextBox"/>
          <p:cNvSpPr txBox="1"/>
          <p:nvPr/>
        </p:nvSpPr>
        <p:spPr>
          <a:xfrm>
            <a:off x="9620599" y="6155797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새로고침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/>
          </a:bodyPr>
          <a:p>
            <a:pPr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페이지에서</a:t>
            </a:r>
            <a:r>
              <a:rPr lang="en-US" altLang="ko-KR"/>
              <a:t> </a:t>
            </a: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생성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 txBox="1"/>
          <p:nvPr/>
        </p:nvSpPr>
        <p:spPr>
          <a:xfrm>
            <a:off x="841002" y="131408"/>
            <a:ext cx="235267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윗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proider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consumer)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09921" y="1220147"/>
            <a:ext cx="2330641" cy="4790763"/>
          </a:xfrm>
          <a:prstGeom prst="rect">
            <a:avLst/>
          </a:prstGeom>
        </p:spPr>
      </p:pic>
      <p:sp>
        <p:nvSpPr>
          <p:cNvPr id="6" name="TextBox"/>
          <p:cNvSpPr txBox="1"/>
          <p:nvPr/>
        </p:nvSpPr>
        <p:spPr>
          <a:xfrm>
            <a:off x="3439574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8" name="prstName"/>
          <p:cNvSpPr/>
          <p:nvPr/>
        </p:nvSpPr>
        <p:spPr>
          <a:xfrm>
            <a:off x="765374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734033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날짜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23376" y="1203187"/>
            <a:ext cx="2338976" cy="4807897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938310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날짜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9993" y="1203154"/>
            <a:ext cx="2303879" cy="22975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89635" y="3667949"/>
            <a:ext cx="2353260" cy="2174207"/>
          </a:xfrm>
          <a:prstGeom prst="rect">
            <a:avLst/>
          </a:prstGeom>
        </p:spPr>
      </p:pic>
      <p:sp>
        <p:nvSpPr>
          <p:cNvPr id="14" name="TextBox"/>
          <p:cNvSpPr txBox="1"/>
          <p:nvPr/>
        </p:nvSpPr>
        <p:spPr>
          <a:xfrm>
            <a:off x="653129" y="6011365"/>
            <a:ext cx="282575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provider</a:t>
            </a:r>
            <a:r>
              <a:rPr lang="ko-KR" altLang="en-US"/>
              <a:t>와</a:t>
            </a:r>
            <a:r>
              <a:rPr lang="en-US" altLang="ko-KR"/>
              <a:t> consumer </a:t>
            </a:r>
            <a:r>
              <a:rPr lang="ko-KR" altLang="en-US"/>
              <a:t>모두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생성이</a:t>
            </a:r>
            <a:r>
              <a:rPr lang="en-US" altLang="ko-KR"/>
              <a:t> </a:t>
            </a:r>
            <a:r>
              <a:rPr lang="ko-KR" altLang="en-US"/>
              <a:t>가능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8283411" y="2498006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439574" y="2982415"/>
            <a:ext cx="21075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547074" y="405585"/>
            <a:ext cx="202882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(1)</a:t>
            </a:r>
            <a:endParaRPr lang="ko-KR" altLang="en-US"/>
          </a:p>
        </p:txBody>
      </p:sp>
      <p:pic>
        <p:nvPicPr>
          <p:cNvPr id="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366" y="1220147"/>
            <a:ext cx="2330641" cy="4790763"/>
          </a:xfrm>
          <a:prstGeom prst="rect">
            <a:avLst/>
          </a:prstGeom>
        </p:spPr>
      </p:pic>
      <p:sp>
        <p:nvSpPr>
          <p:cNvPr id="6" name="TextBox"/>
          <p:cNvSpPr txBox="1"/>
          <p:nvPr/>
        </p:nvSpPr>
        <p:spPr>
          <a:xfrm>
            <a:off x="97697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387140" y="1220005"/>
            <a:ext cx="2330722" cy="4790930"/>
          </a:xfrm>
          <a:prstGeom prst="rect">
            <a:avLst/>
          </a:prstGeom>
        </p:spPr>
      </p:pic>
      <p:sp>
        <p:nvSpPr>
          <p:cNvPr id="8" name="prstName"/>
          <p:cNvSpPr/>
          <p:nvPr/>
        </p:nvSpPr>
        <p:spPr>
          <a:xfrm>
            <a:off x="385166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7718204" y="1750277"/>
            <a:ext cx="185356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왼쪽</a:t>
            </a:r>
            <a:r>
              <a:rPr lang="en-US" altLang="ko-KR"/>
              <a:t> </a:t>
            </a:r>
            <a:r>
              <a:rPr lang="ko-KR" altLang="en-US"/>
              <a:t>아래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키보드</a:t>
            </a:r>
            <a:r>
              <a:rPr lang="en-US" altLang="ko-KR"/>
              <a:t> </a:t>
            </a:r>
            <a:r>
              <a:rPr lang="ko-KR" altLang="en-US"/>
              <a:t>아이콘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571973" y="1219894"/>
            <a:ext cx="2330878" cy="4791248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9723469" y="405585"/>
            <a:ext cx="202882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12" name="prstName"/>
          <p:cNvSpPr/>
          <p:nvPr/>
        </p:nvSpPr>
        <p:spPr>
          <a:xfrm>
            <a:off x="8283219" y="4797542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Box"/>
          <p:cNvSpPr txBox="1"/>
          <p:nvPr/>
        </p:nvSpPr>
        <p:spPr>
          <a:xfrm>
            <a:off x="7869969" y="3858228"/>
            <a:ext cx="185356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왼쪽</a:t>
            </a:r>
            <a:r>
              <a:rPr lang="en-US" altLang="ko-KR"/>
              <a:t> </a:t>
            </a:r>
            <a:r>
              <a:rPr lang="ko-KR" altLang="en-US"/>
              <a:t>아래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시계</a:t>
            </a:r>
            <a:r>
              <a:rPr lang="en-US" altLang="ko-KR"/>
              <a:t> </a:t>
            </a:r>
            <a:r>
              <a:rPr lang="ko-KR" altLang="en-US"/>
              <a:t>아이콘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14" name="TextBox"/>
          <p:cNvSpPr txBox="1"/>
          <p:nvPr/>
        </p:nvSpPr>
        <p:spPr>
          <a:xfrm>
            <a:off x="5932076" y="6137840"/>
            <a:ext cx="610997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모달에서</a:t>
            </a:r>
            <a:r>
              <a:rPr lang="en-US" altLang="ko-KR"/>
              <a:t> </a:t>
            </a:r>
            <a:r>
              <a:rPr lang="ko-KR" altLang="en-US"/>
              <a:t>취소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닫히고</a:t>
            </a:r>
            <a:r>
              <a:rPr lang="en-US" altLang="ko-KR"/>
              <a:t> </a:t>
            </a:r>
            <a:r>
              <a:rPr lang="ko-KR" altLang="en-US"/>
              <a:t>시간은</a:t>
            </a:r>
            <a:r>
              <a:rPr lang="en-US" altLang="ko-KR"/>
              <a:t> </a:t>
            </a:r>
            <a:r>
              <a:rPr lang="ko-KR" altLang="en-US"/>
              <a:t>변경되지</a:t>
            </a:r>
            <a:r>
              <a:rPr lang="en-US" altLang="ko-KR"/>
              <a:t> </a:t>
            </a:r>
            <a:r>
              <a:rPr lang="ko-KR" altLang="en-US"/>
              <a:t>않음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모달에서</a:t>
            </a:r>
            <a:r>
              <a:rPr lang="en-US" altLang="ko-KR"/>
              <a:t> </a:t>
            </a: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닫히고</a:t>
            </a:r>
            <a:r>
              <a:rPr lang="en-US" altLang="ko-KR"/>
              <a:t> </a:t>
            </a:r>
            <a:r>
              <a:rPr lang="ko-KR" altLang="en-US"/>
              <a:t>변경된</a:t>
            </a:r>
            <a:r>
              <a:rPr lang="en-US" altLang="ko-KR"/>
              <a:t> </a:t>
            </a:r>
            <a:r>
              <a:rPr lang="ko-KR" altLang="en-US"/>
              <a:t>시간이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439574" y="2733495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5123511" y="405585"/>
            <a:ext cx="245237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선택할</a:t>
            </a:r>
            <a:r>
              <a:rPr lang="en-US" altLang="ko-KR"/>
              <a:t> </a:t>
            </a:r>
            <a:r>
              <a:rPr lang="ko-KR" altLang="en-US"/>
              <a:t>지도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4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366" y="1220147"/>
            <a:ext cx="2330641" cy="4790763"/>
          </a:xfrm>
          <a:prstGeom prst="rect">
            <a:avLst/>
          </a:prstGeom>
        </p:spPr>
      </p:pic>
      <p:sp>
        <p:nvSpPr>
          <p:cNvPr id="5" name="TextBox"/>
          <p:cNvSpPr txBox="1"/>
          <p:nvPr/>
        </p:nvSpPr>
        <p:spPr>
          <a:xfrm>
            <a:off x="97697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385166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723469" y="405585"/>
            <a:ext cx="202882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선택한</a:t>
            </a:r>
            <a:r>
              <a:rPr lang="en-US" altLang="ko-KR"/>
              <a:t> </a:t>
            </a:r>
            <a:r>
              <a:rPr lang="ko-KR" altLang="en-US"/>
              <a:t>곳의</a:t>
            </a:r>
            <a:r>
              <a:rPr lang="en-US" altLang="ko-KR"/>
              <a:t> </a:t>
            </a: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4830351" y="6011475"/>
            <a:ext cx="423291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지도를</a:t>
            </a:r>
            <a:r>
              <a:rPr lang="en-US" altLang="ko-KR"/>
              <a:t> </a:t>
            </a:r>
            <a:r>
              <a:rPr lang="ko-KR" altLang="en-US"/>
              <a:t>움직여서</a:t>
            </a:r>
            <a:r>
              <a:rPr lang="en-US" altLang="ko-KR"/>
              <a:t> </a:t>
            </a:r>
            <a:r>
              <a:rPr lang="ko-KR" altLang="en-US"/>
              <a:t>위치</a:t>
            </a:r>
            <a:r>
              <a:rPr lang="en-US" altLang="ko-KR"/>
              <a:t> </a:t>
            </a:r>
            <a:r>
              <a:rPr lang="ko-KR" altLang="en-US"/>
              <a:t>선택이</a:t>
            </a:r>
            <a:r>
              <a:rPr lang="en-US" altLang="ko-KR"/>
              <a:t> </a:t>
            </a:r>
            <a:r>
              <a:rPr lang="ko-KR" altLang="en-US"/>
              <a:t>가능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오른쪽</a:t>
            </a:r>
            <a:r>
              <a:rPr lang="en-US" altLang="ko-KR"/>
              <a:t> </a:t>
            </a:r>
            <a:r>
              <a:rPr lang="ko-KR" altLang="en-US"/>
              <a:t>위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현재</a:t>
            </a:r>
            <a:r>
              <a:rPr lang="en-US" altLang="ko-KR"/>
              <a:t> </a:t>
            </a:r>
            <a:r>
              <a:rPr lang="ko-KR" altLang="en-US"/>
              <a:t>위치로</a:t>
            </a:r>
            <a:r>
              <a:rPr lang="en-US" altLang="ko-KR"/>
              <a:t> </a:t>
            </a:r>
            <a:r>
              <a:rPr lang="ko-KR" altLang="en-US"/>
              <a:t>이동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23262" y="1219862"/>
            <a:ext cx="2302242" cy="4732387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723286" y="1287415"/>
            <a:ext cx="2297916" cy="4723495"/>
          </a:xfrm>
          <a:prstGeom prst="rect">
            <a:avLst/>
          </a:prstGeom>
        </p:spPr>
      </p:pic>
      <p:sp>
        <p:nvSpPr>
          <p:cNvPr id="11" name="prstName"/>
          <p:cNvSpPr/>
          <p:nvPr/>
        </p:nvSpPr>
        <p:spPr>
          <a:xfrm>
            <a:off x="8085210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Box"/>
          <p:cNvSpPr txBox="1"/>
          <p:nvPr/>
        </p:nvSpPr>
        <p:spPr>
          <a:xfrm>
            <a:off x="7732174" y="2733201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3" name="Pic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3500" y="63500"/>
            <a:ext cx="352425" cy="361950"/>
          </a:xfrm>
          <a:prstGeom prst="rect">
            <a:avLst/>
          </a:prstGeom>
        </p:spPr>
      </p:pic>
      <p:sp>
        <p:nvSpPr>
          <p:cNvPr id="14" name="TextBox"/>
          <p:cNvSpPr txBox="1"/>
          <p:nvPr/>
        </p:nvSpPr>
        <p:spPr>
          <a:xfrm>
            <a:off x="9992709" y="6011365"/>
            <a:ext cx="202882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생김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281459" y="2733495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input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616158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848074" y="405585"/>
            <a:ext cx="202882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선택한</a:t>
            </a:r>
            <a:r>
              <a:rPr lang="en-US" altLang="ko-KR"/>
              <a:t> </a:t>
            </a:r>
            <a:r>
              <a:rPr lang="ko-KR" altLang="en-US"/>
              <a:t>곳의</a:t>
            </a:r>
            <a:r>
              <a:rPr lang="en-US" altLang="ko-KR"/>
              <a:t> </a:t>
            </a: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5089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497859" y="2733201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x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13935" y="1287440"/>
            <a:ext cx="2298010" cy="4723689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65309" y="1287467"/>
            <a:ext cx="2290503" cy="4708257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499651" y="6011475"/>
            <a:ext cx="272732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input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입력시</a:t>
            </a:r>
            <a:r>
              <a:rPr lang="en-US" altLang="ko-KR"/>
              <a:t> </a:t>
            </a:r>
            <a:r>
              <a:rPr lang="ko-KR" altLang="en-US"/>
              <a:t>거래</a:t>
            </a:r>
            <a:r>
              <a:rPr lang="en-US" altLang="ko-KR"/>
              <a:t> </a:t>
            </a: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등록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활성화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4854289" y="405585"/>
            <a:ext cx="240157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잡기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화면에</a:t>
            </a:r>
            <a:r>
              <a:rPr lang="en-US" altLang="ko-KR"/>
              <a:t> </a:t>
            </a:r>
            <a:r>
              <a:rPr lang="ko-KR" altLang="en-US"/>
              <a:t>장소가</a:t>
            </a:r>
            <a:r>
              <a:rPr lang="en-US" altLang="ko-KR"/>
              <a:t> </a:t>
            </a:r>
            <a:r>
              <a:rPr lang="ko-KR" altLang="en-US"/>
              <a:t>추가됨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09388" y="1287729"/>
            <a:ext cx="2290453" cy="470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439574" y="2459175"/>
            <a:ext cx="168402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전</a:t>
            </a:r>
            <a:r>
              <a:rPr lang="en-US" altLang="ko-KR"/>
              <a:t> </a:t>
            </a:r>
            <a:r>
              <a:rPr lang="ko-KR" altLang="en-US"/>
              <a:t>나에게</a:t>
            </a:r>
            <a:r>
              <a:rPr lang="en-US" altLang="ko-KR"/>
              <a:t> </a:t>
            </a: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5123511" y="405585"/>
            <a:ext cx="245237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라디오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4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366" y="1220147"/>
            <a:ext cx="2330641" cy="4790763"/>
          </a:xfrm>
          <a:prstGeom prst="rect">
            <a:avLst/>
          </a:prstGeom>
        </p:spPr>
      </p:pic>
      <p:sp>
        <p:nvSpPr>
          <p:cNvPr id="5" name="TextBox"/>
          <p:cNvSpPr txBox="1"/>
          <p:nvPr/>
        </p:nvSpPr>
        <p:spPr>
          <a:xfrm>
            <a:off x="97697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385166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503759" y="405585"/>
            <a:ext cx="22548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화면에서</a:t>
            </a:r>
            <a:r>
              <a:rPr lang="en-US" altLang="ko-KR"/>
              <a:t> </a:t>
            </a: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변경됨</a:t>
            </a:r>
            <a:endParaRPr lang="ko-KR" altLang="en-US"/>
          </a:p>
        </p:txBody>
      </p:sp>
      <p:sp>
        <p:nvSpPr>
          <p:cNvPr id="8" name="prstName"/>
          <p:cNvSpPr/>
          <p:nvPr/>
        </p:nvSpPr>
        <p:spPr>
          <a:xfrm>
            <a:off x="8085210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7732174" y="2733201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32401" y="1219835"/>
            <a:ext cx="2330900" cy="4791293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16330" y="1220331"/>
            <a:ext cx="2341982" cy="481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539904" y="2026740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만들기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4829846" y="305890"/>
            <a:ext cx="3923665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화면에서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r>
              <a:rPr lang="en-US" altLang="ko-KR"/>
              <a:t>(provider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경우에만</a:t>
            </a:r>
            <a:r>
              <a:rPr lang="en-US" altLang="ko-KR"/>
              <a:t> </a:t>
            </a:r>
            <a:r>
              <a:rPr lang="ko-KR" altLang="en-US"/>
              <a:t>예약중으로</a:t>
            </a:r>
            <a:r>
              <a:rPr lang="en-US" altLang="ko-KR"/>
              <a:t> </a:t>
            </a:r>
            <a:r>
              <a:rPr lang="ko-KR" altLang="en-US"/>
              <a:t>변경할지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804675" y="4559216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8753906" y="108405"/>
            <a:ext cx="3550920" cy="11887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화면에서</a:t>
            </a:r>
            <a:r>
              <a:rPr lang="en-US" altLang="ko-KR"/>
              <a:t> </a:t>
            </a:r>
            <a:r>
              <a:rPr lang="ko-KR" altLang="en-US"/>
              <a:t>예약</a:t>
            </a:r>
            <a:r>
              <a:rPr lang="en-US" altLang="ko-KR"/>
              <a:t> </a:t>
            </a:r>
            <a:r>
              <a:rPr lang="ko-KR" altLang="en-US"/>
              <a:t>중으로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(</a:t>
            </a:r>
            <a:r>
              <a:rPr lang="ko-KR" altLang="en-US"/>
              <a:t>알림이</a:t>
            </a:r>
            <a:r>
              <a:rPr lang="en-US" altLang="ko-KR"/>
              <a:t> </a:t>
            </a:r>
            <a:r>
              <a:rPr lang="ko-KR" altLang="en-US"/>
              <a:t>푸시되고</a:t>
            </a:r>
            <a:r>
              <a:rPr lang="en-US" altLang="ko-KR"/>
              <a:t> </a:t>
            </a:r>
            <a:r>
              <a:rPr lang="ko-KR" altLang="en-US" sz="1800"/>
              <a:t>약속이</a:t>
            </a:r>
            <a:r>
              <a:rPr lang="en-US" altLang="ko-KR" sz="1800"/>
              <a:t> </a:t>
            </a:r>
            <a:r>
              <a:rPr lang="ko-KR" altLang="en-US" sz="1800"/>
              <a:t>만들어졌다는</a:t>
            </a:r>
            <a:r>
              <a:rPr lang="en-US" altLang="ko-KR" sz="1800"/>
              <a:t> </a:t>
            </a:r>
            <a:r>
              <a:rPr lang="ko-KR" altLang="en-US" sz="1800"/>
              <a:t>시스템</a:t>
            </a:r>
            <a:r>
              <a:rPr lang="en-US" altLang="ko-KR" sz="1800"/>
              <a:t> </a:t>
            </a:r>
            <a:r>
              <a:rPr lang="ko-KR" altLang="en-US" sz="1800"/>
              <a:t>메세지</a:t>
            </a:r>
            <a:r>
              <a:rPr lang="en-US" altLang="ko-KR" sz="1800"/>
              <a:t> </a:t>
            </a:r>
            <a:r>
              <a:rPr lang="ko-KR" altLang="en-US" sz="1800"/>
              <a:t>추가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72180" y="2485992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619144" y="1297255"/>
            <a:ext cx="1684020" cy="17373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윗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provider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3200" y="1220083"/>
            <a:ext cx="2330685" cy="4790852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987121" y="405254"/>
            <a:ext cx="2864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새벽</a:t>
            </a:r>
            <a:r>
              <a:rPr lang="en-US" altLang="ko-KR"/>
              <a:t> </a:t>
            </a:r>
            <a:r>
              <a:rPr lang="ko-KR" altLang="en-US"/>
              <a:t>시간의</a:t>
            </a:r>
            <a:r>
              <a:rPr lang="en-US" altLang="ko-KR"/>
              <a:t> </a:t>
            </a:r>
            <a:r>
              <a:rPr lang="ko-KR" altLang="en-US"/>
              <a:t>경우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23983" y="1220380"/>
            <a:ext cx="2330722" cy="4790927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766776" y="6161340"/>
            <a:ext cx="2864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취소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다시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13" name="TextBox"/>
          <p:cNvSpPr txBox="1"/>
          <p:nvPr/>
        </p:nvSpPr>
        <p:spPr>
          <a:xfrm>
            <a:off x="9259919" y="6011365"/>
            <a:ext cx="271843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약속이</a:t>
            </a:r>
            <a:r>
              <a:rPr lang="en-US" altLang="ko-KR"/>
              <a:t> </a:t>
            </a:r>
            <a:r>
              <a:rPr lang="ko-KR" altLang="en-US"/>
              <a:t>만들어졌다는</a:t>
            </a:r>
            <a:r>
              <a:rPr lang="en-US" altLang="ko-KR"/>
              <a:t> </a:t>
            </a:r>
            <a:r>
              <a:rPr lang="ko-KR" altLang="en-US"/>
              <a:t>시스템</a:t>
            </a:r>
            <a:r>
              <a:rPr lang="en-US" altLang="ko-KR"/>
              <a:t> </a:t>
            </a:r>
            <a:r>
              <a:rPr lang="ko-KR" altLang="en-US"/>
              <a:t>메제시</a:t>
            </a:r>
            <a:r>
              <a:rPr lang="en-US" altLang="ko-KR"/>
              <a:t> </a:t>
            </a:r>
            <a:r>
              <a:rPr lang="ko-KR" altLang="en-US"/>
              <a:t>추가</a:t>
            </a:r>
            <a:endParaRPr lang="ko-KR" altLang="en-US"/>
          </a:p>
        </p:txBody>
      </p:sp>
      <p:pic>
        <p:nvPicPr>
          <p:cNvPr id="14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59570" y="1219835"/>
            <a:ext cx="2330466" cy="3338900"/>
          </a:xfrm>
          <a:prstGeom prst="rect">
            <a:avLst/>
          </a:prstGeom>
        </p:spPr>
      </p:pic>
      <p:pic>
        <p:nvPicPr>
          <p:cNvPr id="15" name="Pic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303113" y="3373408"/>
            <a:ext cx="2254869" cy="3443579"/>
          </a:xfrm>
          <a:prstGeom prst="rect">
            <a:avLst/>
          </a:prstGeom>
        </p:spPr>
      </p:pic>
      <p:sp>
        <p:nvSpPr>
          <p:cNvPr id="16" name="prstName"/>
          <p:cNvSpPr/>
          <p:nvPr/>
        </p:nvSpPr>
        <p:spPr>
          <a:xfrm>
            <a:off x="3686565" y="5410714"/>
            <a:ext cx="5293129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TextBox"/>
          <p:cNvSpPr txBox="1"/>
          <p:nvPr/>
        </p:nvSpPr>
        <p:spPr>
          <a:xfrm>
            <a:off x="7772400" y="3947357"/>
            <a:ext cx="1684020" cy="14630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만들기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consumer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8" name="TextBox"/>
          <p:cNvSpPr txBox="1"/>
          <p:nvPr/>
        </p:nvSpPr>
        <p:spPr>
          <a:xfrm>
            <a:off x="6738334" y="6161225"/>
            <a:ext cx="271843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/>
          </a:bodyPr>
          <a:p>
            <a:pPr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보기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7213379" y="2607765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5176883" y="405585"/>
            <a:ext cx="245237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213355" y="2973621"/>
            <a:ext cx="1926126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87121" y="405254"/>
            <a:ext cx="2864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216448" y="1090842"/>
            <a:ext cx="2289870" cy="4920649"/>
          </a:xfrm>
          <a:prstGeom prst="rect">
            <a:avLst/>
          </a:prstGeom>
        </p:spPr>
      </p:pic>
      <p:sp>
        <p:nvSpPr>
          <p:cNvPr id="12" name="TextBox"/>
          <p:cNvSpPr txBox="1"/>
          <p:nvPr/>
        </p:nvSpPr>
        <p:spPr>
          <a:xfrm>
            <a:off x="9519699" y="405585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731488" y="-14605"/>
            <a:ext cx="2482007" cy="4082621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034280" y="3947738"/>
            <a:ext cx="2481756" cy="2857372"/>
          </a:xfrm>
          <a:prstGeom prst="rect">
            <a:avLst/>
          </a:prstGeom>
        </p:spPr>
      </p:pic>
      <p:sp>
        <p:nvSpPr>
          <p:cNvPr id="15" name="TextBox"/>
          <p:cNvSpPr txBox="1"/>
          <p:nvPr/>
        </p:nvSpPr>
        <p:spPr>
          <a:xfrm>
            <a:off x="7271479" y="1415310"/>
            <a:ext cx="168402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윗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provider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endParaRPr lang="ko-KR" altLang="en-US"/>
          </a:p>
        </p:txBody>
      </p:sp>
      <p:sp>
        <p:nvSpPr>
          <p:cNvPr id="16" name="TextBox"/>
          <p:cNvSpPr txBox="1"/>
          <p:nvPr/>
        </p:nvSpPr>
        <p:spPr>
          <a:xfrm>
            <a:off x="7454994" y="3514620"/>
            <a:ext cx="168402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consumer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endParaRPr lang="ko-KR" altLang="en-US"/>
          </a:p>
        </p:txBody>
      </p:sp>
      <p:sp>
        <p:nvSpPr>
          <p:cNvPr id="17" name="prstName"/>
          <p:cNvSpPr/>
          <p:nvPr/>
        </p:nvSpPr>
        <p:spPr>
          <a:xfrm>
            <a:off x="6157077" y="4810041"/>
            <a:ext cx="318355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prstName"/>
          <p:cNvSpPr/>
          <p:nvPr/>
        </p:nvSpPr>
        <p:spPr>
          <a:xfrm>
            <a:off x="5906525" y="930527"/>
            <a:ext cx="3049368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Box"/>
          <p:cNvSpPr txBox="1"/>
          <p:nvPr/>
        </p:nvSpPr>
        <p:spPr>
          <a:xfrm>
            <a:off x="6344329" y="549275"/>
            <a:ext cx="3175000" cy="3810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6/30(</a:t>
            </a:r>
            <a:r>
              <a:rPr lang="ko-KR" altLang="en-US"/>
              <a:t>월</a:t>
            </a:r>
            <a:r>
              <a:rPr lang="en-US" altLang="ko-KR"/>
              <a:t>) </a:t>
            </a:r>
            <a:r>
              <a:rPr lang="ko-KR" altLang="en-US"/>
              <a:t>오전</a:t>
            </a:r>
            <a:r>
              <a:rPr lang="en-US" altLang="ko-KR"/>
              <a:t> 1:00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20" name="prstName"/>
          <p:cNvSpPr/>
          <p:nvPr/>
        </p:nvSpPr>
        <p:spPr>
          <a:xfrm>
            <a:off x="6848203" y="5780956"/>
            <a:ext cx="2290794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Box"/>
          <p:cNvSpPr txBox="1"/>
          <p:nvPr/>
        </p:nvSpPr>
        <p:spPr>
          <a:xfrm>
            <a:off x="7213379" y="5415100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22" name="TextBox"/>
          <p:cNvSpPr txBox="1"/>
          <p:nvPr/>
        </p:nvSpPr>
        <p:spPr>
          <a:xfrm>
            <a:off x="6344290" y="4428490"/>
            <a:ext cx="3175000" cy="3810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6/30(</a:t>
            </a:r>
            <a:r>
              <a:rPr lang="ko-KR" altLang="en-US"/>
              <a:t>월</a:t>
            </a:r>
            <a:r>
              <a:rPr lang="en-US" altLang="ko-KR"/>
              <a:t>) </a:t>
            </a:r>
            <a:r>
              <a:rPr lang="ko-KR" altLang="en-US"/>
              <a:t>오전</a:t>
            </a:r>
            <a:r>
              <a:rPr lang="en-US" altLang="ko-KR"/>
              <a:t> 1:00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23" name="Pic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41863" y="964936"/>
            <a:ext cx="2621898" cy="5046054"/>
          </a:xfrm>
          <a:prstGeom prst="rect">
            <a:avLst/>
          </a:prstGeom>
        </p:spPr>
      </p:pic>
      <p:sp>
        <p:nvSpPr>
          <p:cNvPr id="24" name="prstName"/>
          <p:cNvSpPr/>
          <p:nvPr/>
        </p:nvSpPr>
        <p:spPr>
          <a:xfrm>
            <a:off x="3463834" y="3457957"/>
            <a:ext cx="2210064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prstName"/>
          <p:cNvSpPr/>
          <p:nvPr/>
        </p:nvSpPr>
        <p:spPr>
          <a:xfrm>
            <a:off x="3272032" y="6204967"/>
            <a:ext cx="2210064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TextBox"/>
          <p:cNvSpPr txBox="1"/>
          <p:nvPr/>
        </p:nvSpPr>
        <p:spPr>
          <a:xfrm>
            <a:off x="3798349" y="2973525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27" name="TextBox"/>
          <p:cNvSpPr txBox="1"/>
          <p:nvPr/>
        </p:nvSpPr>
        <p:spPr>
          <a:xfrm>
            <a:off x="3535459" y="5839280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28" name="TextBox"/>
          <p:cNvSpPr txBox="1"/>
          <p:nvPr/>
        </p:nvSpPr>
        <p:spPr>
          <a:xfrm>
            <a:off x="1085163" y="290650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표시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  <p:sp>
        <p:nvSpPr>
          <p:cNvPr id="29" name="TextBox"/>
          <p:cNvSpPr txBox="1"/>
          <p:nvPr/>
        </p:nvSpPr>
        <p:spPr>
          <a:xfrm>
            <a:off x="9139152" y="6205040"/>
            <a:ext cx="321945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클릭하면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닫히고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85997" y="268425"/>
            <a:ext cx="367538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약속을</a:t>
            </a:r>
            <a:r>
              <a:rPr lang="en-US" altLang="ko-KR"/>
              <a:t> </a:t>
            </a:r>
            <a:r>
              <a:rPr lang="ko-KR" altLang="en-US"/>
              <a:t>여러번</a:t>
            </a:r>
            <a:r>
              <a:rPr lang="en-US" altLang="ko-KR"/>
              <a:t> </a:t>
            </a:r>
            <a:r>
              <a:rPr lang="ko-KR" altLang="en-US"/>
              <a:t>수정했을때</a:t>
            </a:r>
            <a:r>
              <a:rPr lang="en-US" altLang="ko-KR"/>
              <a:t> </a:t>
            </a:r>
            <a:r>
              <a:rPr lang="ko-KR" altLang="en-US"/>
              <a:t>마지막으로</a:t>
            </a:r>
            <a:r>
              <a:rPr lang="en-US" altLang="ko-KR"/>
              <a:t> </a:t>
            </a:r>
            <a:r>
              <a:rPr lang="ko-KR" altLang="en-US"/>
              <a:t>변경된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시스템</a:t>
            </a:r>
            <a:r>
              <a:rPr lang="en-US" altLang="ko-KR"/>
              <a:t> </a:t>
            </a:r>
            <a:r>
              <a:rPr lang="ko-KR" altLang="en-US"/>
              <a:t>메세지가</a:t>
            </a:r>
            <a:r>
              <a:rPr lang="en-US" altLang="ko-KR"/>
              <a:t> </a:t>
            </a:r>
            <a:r>
              <a:rPr lang="ko-KR" altLang="en-US"/>
              <a:t>아닌</a:t>
            </a:r>
            <a:r>
              <a:rPr lang="en-US" altLang="ko-KR"/>
              <a:t> </a:t>
            </a:r>
            <a:r>
              <a:rPr lang="ko-KR" altLang="en-US"/>
              <a:t>경우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477234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193525" y="2733495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9569784" y="405585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마지막으로</a:t>
            </a:r>
            <a:r>
              <a:rPr lang="en-US" altLang="ko-KR"/>
              <a:t> </a:t>
            </a:r>
            <a:r>
              <a:rPr lang="ko-KR" altLang="en-US"/>
              <a:t>수정된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4352372" y="6047102"/>
            <a:ext cx="34772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만료된</a:t>
            </a:r>
            <a:r>
              <a:rPr lang="en-US" altLang="ko-KR"/>
              <a:t> </a:t>
            </a:r>
            <a:r>
              <a:rPr lang="ko-KR" altLang="en-US"/>
              <a:t>약속이라는</a:t>
            </a:r>
            <a:r>
              <a:rPr lang="en-US" altLang="ko-KR"/>
              <a:t> </a:t>
            </a:r>
            <a:r>
              <a:rPr lang="ko-KR" altLang="en-US"/>
              <a:t>토스트</a:t>
            </a:r>
            <a:r>
              <a:rPr lang="en-US" altLang="ko-KR"/>
              <a:t> </a:t>
            </a:r>
            <a:r>
              <a:rPr lang="ko-KR" altLang="en-US"/>
              <a:t>메세지가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6443" y="1304130"/>
            <a:ext cx="2307199" cy="4742574"/>
          </a:xfrm>
          <a:prstGeom prst="rect">
            <a:avLst/>
          </a:prstGeom>
        </p:spPr>
      </p:pic>
      <p:sp>
        <p:nvSpPr>
          <p:cNvPr id="9" name="prstName"/>
          <p:cNvSpPr/>
          <p:nvPr/>
        </p:nvSpPr>
        <p:spPr>
          <a:xfrm>
            <a:off x="799556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89170" y="1278255"/>
            <a:ext cx="2387422" cy="4768577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7621277" y="2632270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최근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85867" y="1303911"/>
            <a:ext cx="2220792" cy="474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/>
          </a:bodyPr>
          <a:p>
            <a:pPr>
              <a:defRPr/>
            </a:pPr>
            <a:r>
              <a:rPr lang="ko-KR" altLang="en-US"/>
              <a:t>약속</a:t>
            </a:r>
            <a:r>
              <a:rPr lang="en-US" altLang="ko-KR"/>
              <a:t>  </a:t>
            </a:r>
            <a:r>
              <a:rPr lang="ko-KR" altLang="en-US"/>
              <a:t>수정하기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"/>
          <p:cNvSpPr txBox="1"/>
          <p:nvPr/>
        </p:nvSpPr>
        <p:spPr>
          <a:xfrm>
            <a:off x="5176883" y="405585"/>
            <a:ext cx="245237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058124" y="131265"/>
            <a:ext cx="2254885" cy="11887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날짜</a:t>
            </a:r>
            <a:r>
              <a:rPr lang="en-US" altLang="ko-KR"/>
              <a:t>, 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장소</a:t>
            </a:r>
            <a:r>
              <a:rPr lang="en-US" altLang="ko-KR"/>
              <a:t>, </a:t>
            </a:r>
            <a:r>
              <a:rPr lang="ko-KR" altLang="en-US"/>
              <a:t>알림시간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가능</a:t>
            </a:r>
            <a:r>
              <a:rPr lang="en-US" altLang="ko-KR"/>
              <a:t>(provider, consumer </a:t>
            </a:r>
            <a:r>
              <a:rPr lang="ko-KR" altLang="en-US"/>
              <a:t>모두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수정</a:t>
            </a:r>
            <a:r>
              <a:rPr lang="en-US" altLang="ko-KR"/>
              <a:t> </a:t>
            </a:r>
            <a:r>
              <a:rPr lang="ko-KR" altLang="en-US"/>
              <a:t>가능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29000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3438304" y="2715085"/>
            <a:ext cx="168402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변경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87121" y="405254"/>
            <a:ext cx="2864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4442018" y="6185990"/>
            <a:ext cx="373189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내용이</a:t>
            </a:r>
            <a:r>
              <a:rPr lang="en-US" altLang="ko-KR"/>
              <a:t> </a:t>
            </a:r>
            <a:r>
              <a:rPr lang="ko-KR" altLang="en-US"/>
              <a:t>수정되었으므로</a:t>
            </a:r>
            <a:r>
              <a:rPr lang="en-US" altLang="ko-KR"/>
              <a:t> </a:t>
            </a:r>
            <a:r>
              <a:rPr lang="ko-KR" altLang="en-US"/>
              <a:t>수정</a:t>
            </a:r>
            <a:r>
              <a:rPr lang="en-US" altLang="ko-KR"/>
              <a:t> </a:t>
            </a:r>
            <a:r>
              <a:rPr lang="ko-KR" altLang="en-US"/>
              <a:t>완료라고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텍스트가</a:t>
            </a:r>
            <a:r>
              <a:rPr lang="en-US" altLang="ko-KR"/>
              <a:t> </a:t>
            </a:r>
            <a:r>
              <a:rPr lang="ko-KR" altLang="en-US"/>
              <a:t>변경됨</a:t>
            </a:r>
            <a:endParaRPr lang="ko-KR" altLang="en-US"/>
          </a:p>
        </p:txBody>
      </p:sp>
      <p:sp>
        <p:nvSpPr>
          <p:cNvPr id="11" name="TextBox"/>
          <p:cNvSpPr txBox="1"/>
          <p:nvPr/>
        </p:nvSpPr>
        <p:spPr>
          <a:xfrm>
            <a:off x="1396779" y="405585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화면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57775" y="1220161"/>
            <a:ext cx="2319544" cy="4790775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93553" y="1220382"/>
            <a:ext cx="2289870" cy="4920649"/>
          </a:xfrm>
          <a:prstGeom prst="rect">
            <a:avLst/>
          </a:prstGeom>
        </p:spPr>
      </p:pic>
      <p:sp>
        <p:nvSpPr>
          <p:cNvPr id="14" name="prstName"/>
          <p:cNvSpPr/>
          <p:nvPr/>
        </p:nvSpPr>
        <p:spPr>
          <a:xfrm>
            <a:off x="385166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5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207074" y="42761"/>
            <a:ext cx="2336377" cy="3975712"/>
          </a:xfrm>
          <a:prstGeom prst="rect">
            <a:avLst/>
          </a:prstGeom>
        </p:spPr>
      </p:pic>
      <p:pic>
        <p:nvPicPr>
          <p:cNvPr id="16" name="Pic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206865" y="3609719"/>
            <a:ext cx="2706521" cy="3216336"/>
          </a:xfrm>
          <a:prstGeom prst="rect">
            <a:avLst/>
          </a:prstGeom>
        </p:spPr>
      </p:pic>
      <p:sp>
        <p:nvSpPr>
          <p:cNvPr id="17" name="TextBox"/>
          <p:cNvSpPr txBox="1"/>
          <p:nvPr/>
        </p:nvSpPr>
        <p:spPr>
          <a:xfrm>
            <a:off x="7629304" y="2715085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수정</a:t>
            </a:r>
            <a:r>
              <a:rPr lang="en-US" altLang="ko-KR"/>
              <a:t> </a:t>
            </a: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클릭릭</a:t>
            </a:r>
            <a:endParaRPr lang="ko-KR" altLang="en-US"/>
          </a:p>
        </p:txBody>
      </p:sp>
      <p:sp>
        <p:nvSpPr>
          <p:cNvPr id="18" name="TextBox"/>
          <p:cNvSpPr txBox="1"/>
          <p:nvPr/>
        </p:nvSpPr>
        <p:spPr>
          <a:xfrm>
            <a:off x="7691551" y="131265"/>
            <a:ext cx="1621790" cy="17373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화면에서</a:t>
            </a:r>
            <a:r>
              <a:rPr lang="en-US" altLang="ko-KR"/>
              <a:t> </a:t>
            </a:r>
            <a:r>
              <a:rPr lang="ko-KR" altLang="en-US"/>
              <a:t>알림이</a:t>
            </a:r>
            <a:r>
              <a:rPr lang="en-US" altLang="ko-KR"/>
              <a:t> </a:t>
            </a:r>
            <a:r>
              <a:rPr lang="ko-KR" altLang="en-US"/>
              <a:t>푸시되고</a:t>
            </a:r>
            <a:r>
              <a:rPr lang="en-US" altLang="ko-KR"/>
              <a:t> </a:t>
            </a:r>
            <a:r>
              <a:rPr lang="ko-KR" altLang="en-US" sz="1800"/>
              <a:t>약속이</a:t>
            </a:r>
            <a:r>
              <a:rPr lang="en-US" altLang="ko-KR" sz="1800"/>
              <a:t> </a:t>
            </a:r>
            <a:r>
              <a:rPr lang="ko-KR" altLang="en-US" sz="1800"/>
              <a:t>변경되었다는</a:t>
            </a:r>
            <a:r>
              <a:rPr lang="en-US" altLang="ko-KR" sz="1800"/>
              <a:t> </a:t>
            </a:r>
            <a:r>
              <a:rPr lang="ko-KR" altLang="en-US" sz="1800"/>
              <a:t>시스템</a:t>
            </a:r>
            <a:r>
              <a:rPr lang="en-US" altLang="ko-KR" sz="1800"/>
              <a:t> </a:t>
            </a:r>
            <a:r>
              <a:rPr lang="ko-KR" altLang="en-US" sz="1800"/>
              <a:t>메세지가나옴</a:t>
            </a:r>
            <a:endParaRPr lang="ko-KR" altLang="en-US"/>
          </a:p>
        </p:txBody>
      </p:sp>
      <p:sp>
        <p:nvSpPr>
          <p:cNvPr id="19" name="TextBox"/>
          <p:cNvSpPr txBox="1"/>
          <p:nvPr/>
        </p:nvSpPr>
        <p:spPr>
          <a:xfrm>
            <a:off x="7629304" y="3876500"/>
            <a:ext cx="1684020" cy="20116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윗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provider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사진</a:t>
            </a:r>
            <a:r>
              <a:rPr lang="en-US" altLang="ko-KR"/>
              <a:t>: consumer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7857300" y="2733495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설정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5363099" y="405585"/>
            <a:ext cx="20307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77802" y="1203048"/>
            <a:ext cx="2268539" cy="4663107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62662" y="1203201"/>
            <a:ext cx="2268465" cy="466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/>
          </a:bodyPr>
          <a:p>
            <a:pPr>
              <a:defRPr/>
            </a:pPr>
            <a:r>
              <a:rPr lang="ko-KR" altLang="en-US"/>
              <a:t>약속</a:t>
            </a:r>
            <a:r>
              <a:rPr lang="en-US" altLang="ko-KR"/>
              <a:t>  </a:t>
            </a:r>
            <a:r>
              <a:rPr lang="ko-KR" altLang="en-US"/>
              <a:t>삭제하기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539904" y="2733495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오른쪽</a:t>
            </a:r>
            <a:r>
              <a:rPr lang="en-US" altLang="ko-KR"/>
              <a:t> </a:t>
            </a:r>
            <a:r>
              <a:rPr lang="ko-KR" altLang="en-US"/>
              <a:t>위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점</a:t>
            </a:r>
            <a:r>
              <a:rPr lang="en-US" altLang="ko-KR"/>
              <a:t> 3</a:t>
            </a:r>
            <a:r>
              <a:rPr lang="ko-KR" altLang="en-US"/>
              <a:t>개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4971111" y="31570"/>
            <a:ext cx="2452370" cy="11887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화면에서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r>
              <a:rPr lang="en-US" altLang="ko-KR"/>
              <a:t>(provider</a:t>
            </a:r>
            <a:r>
              <a:rPr lang="ko-KR" altLang="en-US"/>
              <a:t>와</a:t>
            </a:r>
            <a:r>
              <a:rPr lang="en-US" altLang="ko-KR"/>
              <a:t> consumer </a:t>
            </a:r>
            <a:r>
              <a:rPr lang="ko-KR" altLang="en-US"/>
              <a:t>모두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가능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851665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9503759" y="405585"/>
            <a:ext cx="22548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여부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29000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575964" y="2733201"/>
            <a:ext cx="16840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87121" y="405254"/>
            <a:ext cx="286448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상세에서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766776" y="6161340"/>
            <a:ext cx="286448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9101844" y="6185990"/>
            <a:ext cx="3059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메세지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상세에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1874" y="1219894"/>
            <a:ext cx="2330813" cy="4791114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71315" y="1219835"/>
            <a:ext cx="2331004" cy="4791510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533873" y="1219835"/>
            <a:ext cx="2330805" cy="479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395046" y="2708095"/>
            <a:ext cx="162306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취소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839185" y="2733495"/>
            <a:ext cx="150241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5372449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269848" y="1123315"/>
            <a:ext cx="2307500" cy="4743194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42103" y="1123790"/>
            <a:ext cx="2307199" cy="4742574"/>
          </a:xfrm>
          <a:prstGeom prst="rect">
            <a:avLst/>
          </a:prstGeom>
        </p:spPr>
      </p:pic>
      <p:sp>
        <p:nvSpPr>
          <p:cNvPr id="14" name="TextBox"/>
          <p:cNvSpPr txBox="1"/>
          <p:nvPr/>
        </p:nvSpPr>
        <p:spPr>
          <a:xfrm>
            <a:off x="9478979" y="6047102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시스템</a:t>
            </a:r>
            <a:r>
              <a:rPr lang="en-US" altLang="ko-KR"/>
              <a:t> </a:t>
            </a:r>
            <a:r>
              <a:rPr lang="ko-KR" altLang="en-US"/>
              <a:t>메세지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5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48797" y="943260"/>
            <a:ext cx="2546803" cy="4922870"/>
          </a:xfrm>
          <a:prstGeom prst="rect">
            <a:avLst/>
          </a:prstGeom>
        </p:spPr>
      </p:pic>
      <p:sp>
        <p:nvSpPr>
          <p:cNvPr id="16" name="TextBox"/>
          <p:cNvSpPr txBox="1"/>
          <p:nvPr/>
        </p:nvSpPr>
        <p:spPr>
          <a:xfrm>
            <a:off x="61312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  <p:sp>
        <p:nvSpPr>
          <p:cNvPr id="17" name="prstName"/>
          <p:cNvSpPr/>
          <p:nvPr/>
        </p:nvSpPr>
        <p:spPr>
          <a:xfrm>
            <a:off x="3395207" y="3373330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85997" y="268425"/>
            <a:ext cx="3675380" cy="914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후</a:t>
            </a:r>
            <a:r>
              <a:rPr lang="en-US" altLang="ko-KR"/>
              <a:t> </a:t>
            </a:r>
            <a:r>
              <a:rPr lang="ko-KR" altLang="en-US"/>
              <a:t>그</a:t>
            </a:r>
            <a:r>
              <a:rPr lang="en-US" altLang="ko-KR"/>
              <a:t> </a:t>
            </a:r>
            <a:r>
              <a:rPr lang="ko-KR" altLang="en-US"/>
              <a:t>위에</a:t>
            </a:r>
            <a:r>
              <a:rPr lang="en-US" altLang="ko-KR"/>
              <a:t> </a:t>
            </a:r>
            <a:r>
              <a:rPr lang="ko-KR" altLang="en-US"/>
              <a:t>있는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생성이나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변경에서</a:t>
            </a:r>
            <a:r>
              <a:rPr lang="en-US" altLang="ko-KR"/>
              <a:t> </a:t>
            </a: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클릭의</a:t>
            </a:r>
            <a:r>
              <a:rPr lang="en-US" altLang="ko-KR"/>
              <a:t> </a:t>
            </a:r>
            <a:r>
              <a:rPr lang="ko-KR" altLang="en-US"/>
              <a:t>경우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684244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421490" y="2733495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4662252" y="6047102"/>
            <a:ext cx="293179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만료된</a:t>
            </a:r>
            <a:r>
              <a:rPr lang="en-US" altLang="ko-KR"/>
              <a:t> </a:t>
            </a:r>
            <a:r>
              <a:rPr lang="ko-KR" altLang="en-US"/>
              <a:t>약속이라는</a:t>
            </a:r>
            <a:r>
              <a:rPr lang="en-US" altLang="ko-KR"/>
              <a:t> </a:t>
            </a:r>
            <a:r>
              <a:rPr lang="ko-KR" altLang="en-US"/>
              <a:t>토스트</a:t>
            </a:r>
            <a:r>
              <a:rPr lang="en-US" altLang="ko-KR"/>
              <a:t> </a:t>
            </a:r>
            <a:r>
              <a:rPr lang="ko-KR" altLang="en-US"/>
              <a:t>메세지가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7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6443" y="1304130"/>
            <a:ext cx="2307199" cy="4742574"/>
          </a:xfrm>
          <a:prstGeom prst="rect">
            <a:avLst/>
          </a:prstGeom>
        </p:spPr>
      </p:pic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52554" y="1303958"/>
            <a:ext cx="2125926" cy="437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5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 fontScale="90000"/>
          </a:bodyPr>
          <a:p>
            <a:pPr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페이지에서</a:t>
            </a:r>
            <a:r>
              <a:rPr lang="en-US" altLang="ko-KR"/>
              <a:t> consumer</a:t>
            </a:r>
            <a:r>
              <a:rPr lang="ko-KR" altLang="en-US"/>
              <a:t>가</a:t>
            </a:r>
            <a:r>
              <a:rPr lang="en-US" altLang="ko-KR"/>
              <a:t> </a:t>
            </a:r>
            <a:r>
              <a:rPr lang="ko-KR" altLang="en-US"/>
              <a:t>구매</a:t>
            </a:r>
            <a:r>
              <a:rPr lang="en-US" altLang="ko-KR"/>
              <a:t> </a:t>
            </a:r>
            <a:r>
              <a:rPr lang="ko-KR" altLang="en-US"/>
              <a:t>물품</a:t>
            </a:r>
            <a:r>
              <a:rPr lang="en-US" altLang="ko-KR"/>
              <a:t> </a:t>
            </a:r>
            <a:r>
              <a:rPr lang="ko-KR" altLang="en-US"/>
              <a:t>추가</a:t>
            </a:r>
            <a:r>
              <a:rPr lang="en-US" altLang="ko-KR"/>
              <a:t> </a:t>
            </a:r>
            <a:r>
              <a:rPr lang="ko-KR" altLang="en-US"/>
              <a:t>하기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5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consumer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(status: </a:t>
            </a:r>
            <a:r>
              <a:rPr lang="ko-KR" altLang="en-US"/>
              <a:t>판매중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439574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물품추가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65374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34033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383109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다시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화면으로</a:t>
            </a:r>
            <a:r>
              <a:rPr lang="en-US" altLang="ko-KR"/>
              <a:t> </a:t>
            </a:r>
            <a:r>
              <a:rPr lang="ko-KR" altLang="en-US"/>
              <a:t>이동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180" y="1203200"/>
            <a:ext cx="2219163" cy="4808182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65758" y="1203201"/>
            <a:ext cx="2219023" cy="4807882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59045" y="1202749"/>
            <a:ext cx="2219163" cy="480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633884" y="2982415"/>
            <a:ext cx="162335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물품</a:t>
            </a:r>
            <a:r>
              <a:rPr lang="en-US" altLang="ko-KR"/>
              <a:t> </a:t>
            </a:r>
            <a:r>
              <a:rPr lang="ko-KR" altLang="en-US"/>
              <a:t>선택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65374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34033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383109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다시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화면으로</a:t>
            </a:r>
            <a:r>
              <a:rPr lang="en-US" altLang="ko-KR"/>
              <a:t> </a:t>
            </a:r>
            <a:r>
              <a:rPr lang="ko-KR" altLang="en-US"/>
              <a:t>이동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59045" y="1202749"/>
            <a:ext cx="2219163" cy="4808182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41237" y="1202901"/>
            <a:ext cx="2152375" cy="466347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978205" y="1203237"/>
            <a:ext cx="2152202" cy="4663106"/>
          </a:xfrm>
          <a:prstGeom prst="rect">
            <a:avLst/>
          </a:prstGeom>
        </p:spPr>
      </p:pic>
      <p:sp>
        <p:nvSpPr>
          <p:cNvPr id="12" name="TextBox"/>
          <p:cNvSpPr txBox="1"/>
          <p:nvPr/>
        </p:nvSpPr>
        <p:spPr>
          <a:xfrm>
            <a:off x="516988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물품을</a:t>
            </a:r>
            <a:r>
              <a:rPr lang="en-US" altLang="ko-KR"/>
              <a:t> </a:t>
            </a:r>
            <a:r>
              <a:rPr lang="ko-KR" altLang="en-US"/>
              <a:t>여러개</a:t>
            </a:r>
            <a:r>
              <a:rPr lang="en-US" altLang="ko-KR"/>
              <a:t> </a:t>
            </a:r>
            <a:r>
              <a:rPr lang="ko-KR" altLang="en-US"/>
              <a:t>선택한</a:t>
            </a:r>
            <a:r>
              <a:rPr lang="en-US" altLang="ko-KR"/>
              <a:t> </a:t>
            </a:r>
            <a:r>
              <a:rPr lang="ko-KR" altLang="en-US"/>
              <a:t>경우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395124" y="284525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provider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65374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34033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8091" y="1202939"/>
            <a:ext cx="2268865" cy="4663778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1168114" y="405585"/>
            <a:ext cx="201866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provider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채팅이</a:t>
            </a:r>
            <a:r>
              <a:rPr lang="en-US" altLang="ko-KR"/>
              <a:t> </a:t>
            </a:r>
            <a:r>
              <a:rPr lang="ko-KR" altLang="en-US"/>
              <a:t>아직</a:t>
            </a:r>
            <a:r>
              <a:rPr lang="en-US" altLang="ko-KR"/>
              <a:t> </a:t>
            </a:r>
            <a:r>
              <a:rPr lang="ko-KR" altLang="en-US"/>
              <a:t>없는</a:t>
            </a:r>
            <a:r>
              <a:rPr lang="en-US" altLang="ko-KR"/>
              <a:t> </a:t>
            </a:r>
            <a:r>
              <a:rPr lang="ko-KR" altLang="en-US"/>
              <a:t>경우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1728" y="1202713"/>
            <a:ext cx="2268776" cy="4663594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25263" y="1202938"/>
            <a:ext cx="2268736" cy="4663516"/>
          </a:xfrm>
          <a:prstGeom prst="rect">
            <a:avLst/>
          </a:prstGeom>
        </p:spPr>
      </p:pic>
      <p:sp>
        <p:nvSpPr>
          <p:cNvPr id="12" name="TextBox"/>
          <p:cNvSpPr txBox="1"/>
          <p:nvPr/>
        </p:nvSpPr>
        <p:spPr>
          <a:xfrm>
            <a:off x="9323441" y="563065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화면으로</a:t>
            </a:r>
            <a:r>
              <a:rPr lang="en-US" altLang="ko-KR"/>
              <a:t> </a:t>
            </a:r>
            <a:r>
              <a:rPr lang="ko-KR" altLang="en-US"/>
              <a:t>이동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395124" y="284525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날짜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65374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608941" y="30078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11" name="TextBox"/>
          <p:cNvSpPr txBox="1"/>
          <p:nvPr/>
        </p:nvSpPr>
        <p:spPr>
          <a:xfrm>
            <a:off x="9092936" y="268425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화면에서</a:t>
            </a:r>
            <a:r>
              <a:rPr lang="en-US" altLang="ko-KR"/>
              <a:t> </a:t>
            </a:r>
            <a:r>
              <a:rPr lang="ko-KR" altLang="en-US"/>
              <a:t>선택된</a:t>
            </a:r>
            <a:r>
              <a:rPr lang="en-US" altLang="ko-KR"/>
              <a:t> </a:t>
            </a:r>
            <a:r>
              <a:rPr lang="ko-KR" altLang="en-US"/>
              <a:t>날짜로</a:t>
            </a:r>
            <a:r>
              <a:rPr lang="en-US" altLang="ko-KR"/>
              <a:t> </a:t>
            </a:r>
            <a:r>
              <a:rPr lang="ko-KR" altLang="en-US"/>
              <a:t>변경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2648" y="1202901"/>
            <a:ext cx="2268657" cy="4663351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17945" y="1203049"/>
            <a:ext cx="2268758" cy="4663558"/>
          </a:xfrm>
          <a:prstGeom prst="rect">
            <a:avLst/>
          </a:prstGeom>
        </p:spPr>
      </p:pic>
      <p:sp>
        <p:nvSpPr>
          <p:cNvPr id="14" name="TextBox"/>
          <p:cNvSpPr txBox="1"/>
          <p:nvPr/>
        </p:nvSpPr>
        <p:spPr>
          <a:xfrm>
            <a:off x="5403629" y="26842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날짜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5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994659" y="1203049"/>
            <a:ext cx="2268629" cy="466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471324" y="287065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486312" y="2733495"/>
            <a:ext cx="194881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왼쪽</a:t>
            </a:r>
            <a:r>
              <a:rPr lang="en-US" altLang="ko-KR"/>
              <a:t> </a:t>
            </a:r>
            <a:r>
              <a:rPr lang="ko-KR" altLang="en-US"/>
              <a:t>아래</a:t>
            </a:r>
            <a:r>
              <a:rPr lang="en-US" altLang="ko-KR"/>
              <a:t> </a:t>
            </a:r>
            <a:r>
              <a:rPr lang="ko-KR" altLang="en-US"/>
              <a:t>키보드</a:t>
            </a:r>
            <a:r>
              <a:rPr lang="en-US" altLang="ko-KR"/>
              <a:t> </a:t>
            </a:r>
            <a:r>
              <a:rPr lang="ko-KR" altLang="en-US"/>
              <a:t>아이콘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08226" y="268425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클릭시</a:t>
            </a:r>
            <a:r>
              <a:rPr lang="en-US" altLang="ko-KR"/>
              <a:t> </a:t>
            </a:r>
            <a:r>
              <a:rPr lang="ko-KR" altLang="en-US"/>
              <a:t>선택된</a:t>
            </a:r>
            <a:r>
              <a:rPr lang="en-US" altLang="ko-KR"/>
              <a:t> </a:t>
            </a:r>
            <a:r>
              <a:rPr lang="ko-KR" altLang="en-US"/>
              <a:t>시간으로</a:t>
            </a:r>
            <a:r>
              <a:rPr lang="en-US" altLang="ko-KR"/>
              <a:t> </a:t>
            </a:r>
            <a:r>
              <a:rPr lang="ko-KR" altLang="en-US"/>
              <a:t>변경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2648" y="1202901"/>
            <a:ext cx="2268657" cy="4663351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5659009" y="26842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17323" y="1203201"/>
            <a:ext cx="2268702" cy="4663442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32908" y="1250315"/>
            <a:ext cx="2245808" cy="461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507556" y="273349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559337" y="2870655"/>
            <a:ext cx="194881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선택</a:t>
            </a:r>
            <a:r>
              <a:rPr lang="en-US" altLang="ko-KR"/>
              <a:t> </a:t>
            </a: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15211" y="268425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2648" y="1202901"/>
            <a:ext cx="2268657" cy="4663351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5437394" y="405585"/>
            <a:ext cx="18275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지도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90802" y="1203200"/>
            <a:ext cx="2268755" cy="4663553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59602" y="1203012"/>
            <a:ext cx="2268775" cy="466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507556" y="2733495"/>
            <a:ext cx="162306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559337" y="2870655"/>
            <a:ext cx="194881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거래</a:t>
            </a:r>
            <a:r>
              <a:rPr lang="en-US" altLang="ko-KR"/>
              <a:t> </a:t>
            </a: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등록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6618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장소명</a:t>
            </a:r>
            <a:r>
              <a:rPr lang="en-US" altLang="ko-KR"/>
              <a:t> </a:t>
            </a:r>
            <a:r>
              <a:rPr lang="ko-KR" altLang="en-US"/>
              <a:t>입력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08226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5437394" y="405585"/>
            <a:ext cx="18275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거래</a:t>
            </a:r>
            <a:r>
              <a:rPr lang="en-US" altLang="ko-KR"/>
              <a:t> </a:t>
            </a: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등록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활성화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077" y="1203012"/>
            <a:ext cx="2268775" cy="4663596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06758" y="1202901"/>
            <a:ext cx="2268611" cy="4663254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37580" y="1203048"/>
            <a:ext cx="2268538" cy="46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 fontScale="90000"/>
          </a:bodyPr>
          <a:p>
            <a:pPr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페이지에서</a:t>
            </a:r>
            <a:r>
              <a:rPr lang="en-US" altLang="ko-KR"/>
              <a:t> </a:t>
            </a: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구현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예약중</a:t>
            </a:r>
            <a:r>
              <a:rPr lang="en-US" altLang="ko-KR"/>
              <a:t> </a:t>
            </a:r>
            <a:r>
              <a:rPr lang="ko-KR" altLang="en-US"/>
              <a:t>상태일때</a:t>
            </a:r>
            <a:r>
              <a:rPr lang="en-US" altLang="ko-KR"/>
              <a:t> provider </a:t>
            </a:r>
            <a:r>
              <a:rPr lang="ko-KR" altLang="en-US"/>
              <a:t>화면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6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519621" y="2870655"/>
            <a:ext cx="162306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857300" y="2870655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5366274" y="268425"/>
            <a:ext cx="20307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화면에</a:t>
            </a:r>
            <a:r>
              <a:rPr lang="en-US" altLang="ko-KR"/>
              <a:t> </a:t>
            </a:r>
            <a:r>
              <a:rPr lang="ko-KR" altLang="en-US"/>
              <a:t>메세지</a:t>
            </a:r>
            <a:r>
              <a:rPr lang="en-US" altLang="ko-KR"/>
              <a:t> </a:t>
            </a:r>
            <a:r>
              <a:rPr lang="ko-KR" altLang="en-US"/>
              <a:t>추가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25178" y="1203236"/>
            <a:ext cx="2268446" cy="4662919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77802" y="1203048"/>
            <a:ext cx="2268539" cy="4663107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59454" y="1202902"/>
            <a:ext cx="2268610" cy="466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597091" y="273349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857300" y="2733495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설정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8396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모달이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5363099" y="405585"/>
            <a:ext cx="20307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77802" y="1203048"/>
            <a:ext cx="2268539" cy="4663107"/>
          </a:xfrm>
          <a:prstGeom prst="rect">
            <a:avLst/>
          </a:prstGeom>
        </p:spPr>
      </p:pic>
      <p:sp>
        <p:nvSpPr>
          <p:cNvPr id="11" name="prstName"/>
          <p:cNvSpPr/>
          <p:nvPr/>
        </p:nvSpPr>
        <p:spPr>
          <a:xfrm>
            <a:off x="3596801" y="3373629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4225" y="1203201"/>
            <a:ext cx="2268464" cy="4662954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62662" y="1203201"/>
            <a:ext cx="2268465" cy="466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6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594436" y="270809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내용</a:t>
            </a:r>
            <a:r>
              <a:rPr lang="en-US" altLang="ko-KR"/>
              <a:t> </a:t>
            </a:r>
            <a:r>
              <a:rPr lang="ko-KR" altLang="en-US"/>
              <a:t>수정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839185" y="2733495"/>
            <a:ext cx="150241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수정</a:t>
            </a:r>
            <a:r>
              <a:rPr lang="en-US" altLang="ko-KR"/>
              <a:t> </a:t>
            </a: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8399" y="1202938"/>
            <a:ext cx="2268813" cy="466366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17915" y="1203048"/>
            <a:ext cx="2268648" cy="4663333"/>
          </a:xfrm>
          <a:prstGeom prst="rect">
            <a:avLst/>
          </a:prstGeom>
        </p:spPr>
      </p:pic>
      <p:sp>
        <p:nvSpPr>
          <p:cNvPr id="14" name="TextBox"/>
          <p:cNvSpPr txBox="1"/>
          <p:nvPr/>
        </p:nvSpPr>
        <p:spPr>
          <a:xfrm>
            <a:off x="5217509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텍스트</a:t>
            </a:r>
            <a:r>
              <a:rPr lang="en-US" altLang="ko-KR"/>
              <a:t> </a:t>
            </a:r>
            <a:r>
              <a:rPr lang="ko-KR" altLang="en-US"/>
              <a:t>바뀜</a:t>
            </a:r>
            <a:endParaRPr lang="ko-KR" altLang="en-US"/>
          </a:p>
        </p:txBody>
      </p:sp>
      <p:pic>
        <p:nvPicPr>
          <p:cNvPr id="15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41825" y="1203049"/>
            <a:ext cx="2268538" cy="4663106"/>
          </a:xfrm>
          <a:prstGeom prst="rect">
            <a:avLst/>
          </a:prstGeom>
        </p:spPr>
      </p:pic>
      <p:sp>
        <p:nvSpPr>
          <p:cNvPr id="16" name="TextBox"/>
          <p:cNvSpPr txBox="1"/>
          <p:nvPr/>
        </p:nvSpPr>
        <p:spPr>
          <a:xfrm>
            <a:off x="9440244" y="6137682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메세지</a:t>
            </a:r>
            <a:r>
              <a:rPr lang="en-US" altLang="ko-KR"/>
              <a:t> </a:t>
            </a:r>
            <a:r>
              <a:rPr lang="ko-KR" altLang="en-US"/>
              <a:t>추가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395046" y="270809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839185" y="2733495"/>
            <a:ext cx="150241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37639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540356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0861" y="1203049"/>
            <a:ext cx="2268610" cy="4663257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69848" y="1123315"/>
            <a:ext cx="2307500" cy="4743194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42103" y="1123790"/>
            <a:ext cx="2307199" cy="4742574"/>
          </a:xfrm>
          <a:prstGeom prst="rect">
            <a:avLst/>
          </a:prstGeom>
        </p:spPr>
      </p:pic>
      <p:sp>
        <p:nvSpPr>
          <p:cNvPr id="14" name="TextBox"/>
          <p:cNvSpPr txBox="1"/>
          <p:nvPr/>
        </p:nvSpPr>
        <p:spPr>
          <a:xfrm>
            <a:off x="9478979" y="6047102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삭제</a:t>
            </a:r>
            <a:r>
              <a:rPr lang="en-US" altLang="ko-KR"/>
              <a:t> </a:t>
            </a:r>
            <a:r>
              <a:rPr lang="ko-KR" altLang="en-US"/>
              <a:t>메세지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507556" y="273349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30</a:t>
            </a:r>
            <a:r>
              <a:rPr lang="ko-KR" altLang="en-US"/>
              <a:t>분</a:t>
            </a:r>
            <a:r>
              <a:rPr lang="en-US" altLang="ko-KR"/>
              <a:t> </a:t>
            </a:r>
            <a:r>
              <a:rPr lang="ko-KR" altLang="en-US"/>
              <a:t>전</a:t>
            </a:r>
            <a:r>
              <a:rPr lang="en-US" altLang="ko-KR"/>
              <a:t> </a:t>
            </a:r>
            <a:r>
              <a:rPr lang="ko-KR" altLang="en-US"/>
              <a:t>옆</a:t>
            </a:r>
            <a:r>
              <a:rPr lang="en-US" altLang="ko-KR"/>
              <a:t> </a:t>
            </a:r>
            <a:r>
              <a:rPr lang="ko-KR" altLang="en-US"/>
              <a:t>기호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857300" y="2870655"/>
            <a:ext cx="1502233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606016" y="268425"/>
            <a:ext cx="21704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화면에</a:t>
            </a:r>
            <a:r>
              <a:rPr lang="en-US" altLang="ko-KR"/>
              <a:t> </a:t>
            </a: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변경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2648" y="1202901"/>
            <a:ext cx="2268657" cy="4663351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5437394" y="405585"/>
            <a:ext cx="182753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알림</a:t>
            </a:r>
            <a:r>
              <a:rPr lang="en-US" altLang="ko-KR"/>
              <a:t> </a:t>
            </a:r>
            <a:r>
              <a:rPr lang="ko-KR" altLang="en-US"/>
              <a:t>시간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r>
              <a:rPr lang="ko-KR" altLang="en-US"/>
              <a:t>나옴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42680" y="1203237"/>
            <a:ext cx="2268737" cy="4663517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07838" y="1203236"/>
            <a:ext cx="2268446" cy="466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841269" y="268568"/>
            <a:ext cx="235267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3594436" y="2708095"/>
            <a:ext cx="162306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오른쪽</a:t>
            </a:r>
            <a:r>
              <a:rPr lang="en-US" altLang="ko-KR"/>
              <a:t> </a:t>
            </a:r>
            <a:r>
              <a:rPr lang="ko-KR" altLang="en-US"/>
              <a:t>위</a:t>
            </a:r>
            <a:r>
              <a:rPr lang="en-US" altLang="ko-KR"/>
              <a:t> 3</a:t>
            </a:r>
            <a:r>
              <a:rPr lang="ko-KR" altLang="en-US"/>
              <a:t>개</a:t>
            </a:r>
            <a:r>
              <a:rPr lang="en-US" altLang="ko-KR"/>
              <a:t> </a:t>
            </a:r>
            <a:r>
              <a:rPr lang="ko-KR" altLang="en-US"/>
              <a:t>점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6" name="prstName"/>
          <p:cNvSpPr/>
          <p:nvPr/>
        </p:nvSpPr>
        <p:spPr>
          <a:xfrm>
            <a:off x="7969977" y="33736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7839185" y="2733495"/>
            <a:ext cx="150241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닫기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1168114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9" name="TextBox"/>
          <p:cNvSpPr txBox="1"/>
          <p:nvPr/>
        </p:nvSpPr>
        <p:spPr>
          <a:xfrm>
            <a:off x="9569784" y="405585"/>
            <a:ext cx="2170430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8399" y="1202938"/>
            <a:ext cx="2268813" cy="4663669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5217509" y="405585"/>
            <a:ext cx="201866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텍스트</a:t>
            </a:r>
            <a:r>
              <a:rPr lang="en-US" altLang="ko-KR"/>
              <a:t> </a:t>
            </a:r>
            <a:r>
              <a:rPr lang="ko-KR" altLang="en-US"/>
              <a:t>바뀜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96326" y="1203049"/>
            <a:ext cx="2268610" cy="4663257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41674" y="1202938"/>
            <a:ext cx="2268813" cy="466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 fontScale="90000"/>
          </a:bodyPr>
          <a:p>
            <a:pPr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페이지에서</a:t>
            </a:r>
            <a:r>
              <a:rPr lang="en-US" altLang="ko-KR"/>
              <a:t> </a:t>
            </a: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구현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예약중</a:t>
            </a:r>
            <a:r>
              <a:rPr lang="en-US" altLang="ko-KR"/>
              <a:t> </a:t>
            </a:r>
            <a:r>
              <a:rPr lang="ko-KR" altLang="en-US"/>
              <a:t>상태일때</a:t>
            </a:r>
            <a:r>
              <a:rPr lang="en-US" altLang="ko-KR"/>
              <a:t> provider </a:t>
            </a:r>
            <a:r>
              <a:rPr lang="ko-KR" altLang="en-US"/>
              <a:t>화면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7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325" y="1174375"/>
            <a:ext cx="2353102" cy="4836933"/>
          </a:xfrm>
          <a:prstGeom prst="rect">
            <a:avLst/>
          </a:prstGeom>
        </p:spPr>
      </p:pic>
      <p:sp>
        <p:nvSpPr>
          <p:cNvPr id="3" name="TextBox"/>
          <p:cNvSpPr txBox="1"/>
          <p:nvPr/>
        </p:nvSpPr>
        <p:spPr>
          <a:xfrm>
            <a:off x="841269" y="268568"/>
            <a:ext cx="235267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provider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(status: </a:t>
            </a:r>
            <a:r>
              <a:rPr lang="ko-KR" altLang="en-US"/>
              <a:t>판매중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prstName"/>
          <p:cNvSpPr/>
          <p:nvPr/>
        </p:nvSpPr>
        <p:spPr>
          <a:xfrm>
            <a:off x="37173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3439574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생성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7" name="prstName"/>
          <p:cNvSpPr/>
          <p:nvPr/>
        </p:nvSpPr>
        <p:spPr>
          <a:xfrm>
            <a:off x="78531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734033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완료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9657572" y="405585"/>
            <a:ext cx="213931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예약중</a:t>
            </a:r>
            <a:r>
              <a:rPr lang="en-US" altLang="ko-KR"/>
              <a:t> </a:t>
            </a:r>
            <a:r>
              <a:rPr lang="ko-KR" altLang="en-US"/>
              <a:t>변경모달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21130" y="1174597"/>
            <a:ext cx="2307541" cy="4836711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22808" y="1174137"/>
            <a:ext cx="2297712" cy="483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57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301779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531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34033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후기보내기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999982" y="405585"/>
            <a:ext cx="213931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예약중</a:t>
            </a:r>
            <a:r>
              <a:rPr lang="en-US" altLang="ko-KR"/>
              <a:t> </a:t>
            </a:r>
            <a:r>
              <a:rPr lang="ko-KR" altLang="en-US"/>
              <a:t>변경모달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1113" y="1174137"/>
            <a:ext cx="2297712" cy="4836945"/>
          </a:xfrm>
          <a:prstGeom prst="rect">
            <a:avLst/>
          </a:prstGeom>
        </p:spPr>
      </p:pic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1642" y="1174732"/>
            <a:ext cx="2268775" cy="4836239"/>
          </a:xfrm>
          <a:prstGeom prst="rect">
            <a:avLst/>
          </a:prstGeom>
        </p:spPr>
      </p:pic>
      <p:sp>
        <p:nvSpPr>
          <p:cNvPr id="10" name="TextBox"/>
          <p:cNvSpPr txBox="1"/>
          <p:nvPr/>
        </p:nvSpPr>
        <p:spPr>
          <a:xfrm>
            <a:off x="4875244" y="6174408"/>
            <a:ext cx="266192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후기</a:t>
            </a:r>
            <a:r>
              <a:rPr lang="en-US" altLang="ko-KR"/>
              <a:t> </a:t>
            </a:r>
            <a:r>
              <a:rPr lang="ko-KR" altLang="en-US"/>
              <a:t>보내기와</a:t>
            </a:r>
            <a:r>
              <a:rPr lang="en-US" altLang="ko-KR"/>
              <a:t> </a:t>
            </a:r>
            <a:r>
              <a:rPr lang="ko-KR" altLang="en-US"/>
              <a:t>장소공유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생성됨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72387" y="1174362"/>
            <a:ext cx="2346196" cy="4836573"/>
          </a:xfrm>
          <a:prstGeom prst="rect">
            <a:avLst/>
          </a:prstGeom>
        </p:spPr>
      </p:pic>
      <p:sp>
        <p:nvSpPr>
          <p:cNvPr id="12" name="TextBox"/>
          <p:cNvSpPr txBox="1"/>
          <p:nvPr/>
        </p:nvSpPr>
        <p:spPr>
          <a:xfrm>
            <a:off x="9560909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물품</a:t>
            </a:r>
            <a:r>
              <a:rPr lang="en-US" altLang="ko-KR"/>
              <a:t> </a:t>
            </a:r>
            <a:r>
              <a:rPr lang="ko-KR" altLang="en-US"/>
              <a:t>거래</a:t>
            </a:r>
            <a:r>
              <a:rPr lang="en-US" altLang="ko-KR"/>
              <a:t> </a:t>
            </a: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모달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3301779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취소</a:t>
            </a:r>
            <a:r>
              <a:rPr lang="en-US" altLang="ko-KR"/>
              <a:t>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3" name="prstName"/>
          <p:cNvSpPr/>
          <p:nvPr/>
        </p:nvSpPr>
        <p:spPr>
          <a:xfrm>
            <a:off x="808046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7577826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거래했어요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5" name="TextBox"/>
          <p:cNvSpPr txBox="1"/>
          <p:nvPr/>
        </p:nvSpPr>
        <p:spPr>
          <a:xfrm>
            <a:off x="5201142" y="405585"/>
            <a:ext cx="265239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물품</a:t>
            </a:r>
            <a:r>
              <a:rPr lang="en-US" altLang="ko-KR"/>
              <a:t> </a:t>
            </a:r>
            <a:r>
              <a:rPr lang="ko-KR" altLang="en-US"/>
              <a:t>거래</a:t>
            </a:r>
            <a:r>
              <a:rPr lang="en-US" altLang="ko-KR"/>
              <a:t> </a:t>
            </a:r>
            <a:r>
              <a:rPr lang="ko-KR" altLang="en-US"/>
              <a:t>확인</a:t>
            </a:r>
            <a:r>
              <a:rPr lang="en-US" altLang="ko-KR"/>
              <a:t> </a:t>
            </a:r>
            <a:r>
              <a:rPr lang="ko-KR" altLang="en-US"/>
              <a:t>모달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6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0934" y="1174732"/>
            <a:ext cx="2268775" cy="4836239"/>
          </a:xfrm>
          <a:prstGeom prst="rect">
            <a:avLst/>
          </a:prstGeom>
        </p:spPr>
      </p:pic>
      <p:pic>
        <p:nvPicPr>
          <p:cNvPr id="7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51076" y="1174362"/>
            <a:ext cx="2346196" cy="4836573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9560909" y="405585"/>
            <a:ext cx="21634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후기</a:t>
            </a:r>
            <a:r>
              <a:rPr lang="en-US" altLang="ko-KR"/>
              <a:t> </a:t>
            </a:r>
            <a:r>
              <a:rPr lang="ko-KR" altLang="en-US"/>
              <a:t>보내기</a:t>
            </a:r>
            <a:r>
              <a:rPr lang="en-US" altLang="ko-KR"/>
              <a:t> </a:t>
            </a:r>
            <a:r>
              <a:rPr lang="ko-KR" altLang="en-US"/>
              <a:t>페이지</a:t>
            </a:r>
            <a:endParaRPr lang="ko-KR" altLang="en-US"/>
          </a:p>
        </p:txBody>
      </p:sp>
      <p:sp>
        <p:nvSpPr>
          <p:cNvPr id="9" name="prstName"/>
          <p:cNvSpPr/>
          <p:nvPr/>
        </p:nvSpPr>
        <p:spPr>
          <a:xfrm>
            <a:off x="3615897" y="3348266"/>
            <a:ext cx="978535" cy="48450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Box"/>
          <p:cNvSpPr txBox="1"/>
          <p:nvPr/>
        </p:nvSpPr>
        <p:spPr>
          <a:xfrm>
            <a:off x="1221666" y="405585"/>
            <a:ext cx="265239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11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323214" y="1174264"/>
            <a:ext cx="2246992" cy="48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57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301779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장소공유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장소공유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531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395581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공유하기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1162542" y="405585"/>
            <a:ext cx="213931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약속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0102" y="1174732"/>
            <a:ext cx="2268775" cy="4836239"/>
          </a:xfrm>
          <a:prstGeom prst="rect">
            <a:avLst/>
          </a:prstGeom>
        </p:spPr>
      </p:pic>
      <p:sp>
        <p:nvSpPr>
          <p:cNvPr id="9" name="TextBox"/>
          <p:cNvSpPr txBox="1"/>
          <p:nvPr/>
        </p:nvSpPr>
        <p:spPr>
          <a:xfrm>
            <a:off x="956090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1706" y="1174626"/>
            <a:ext cx="2324095" cy="4836456"/>
          </a:xfrm>
          <a:prstGeom prst="rect">
            <a:avLst/>
          </a:prstGeom>
        </p:spPr>
      </p:pic>
      <p:sp>
        <p:nvSpPr>
          <p:cNvPr id="11" name="TextBox"/>
          <p:cNvSpPr txBox="1"/>
          <p:nvPr/>
        </p:nvSpPr>
        <p:spPr>
          <a:xfrm>
            <a:off x="5204809" y="6210145"/>
            <a:ext cx="219075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드래그하여</a:t>
            </a:r>
            <a:r>
              <a:rPr lang="en-US" altLang="ko-KR"/>
              <a:t> </a:t>
            </a: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변경</a:t>
            </a:r>
            <a:r>
              <a:rPr lang="en-US" altLang="ko-KR"/>
              <a:t> </a:t>
            </a:r>
            <a:r>
              <a:rPr lang="ko-KR" altLang="en-US"/>
              <a:t>가능함</a:t>
            </a:r>
            <a:endParaRPr lang="ko-KR" altLang="en-US"/>
          </a:p>
        </p:txBody>
      </p:sp>
      <p:pic>
        <p:nvPicPr>
          <p:cNvPr id="12" name="Pic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41901" y="1174638"/>
            <a:ext cx="2285139" cy="4836444"/>
          </a:xfrm>
          <a:prstGeom prst="rect">
            <a:avLst/>
          </a:prstGeom>
        </p:spPr>
      </p:pic>
      <p:sp>
        <p:nvSpPr>
          <p:cNvPr id="13" name="TextBox"/>
          <p:cNvSpPr txBox="1"/>
          <p:nvPr/>
        </p:nvSpPr>
        <p:spPr>
          <a:xfrm>
            <a:off x="9336119" y="6210145"/>
            <a:ext cx="2190750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메세지</a:t>
            </a:r>
            <a:r>
              <a:rPr lang="en-US" altLang="ko-KR"/>
              <a:t> </a:t>
            </a:r>
            <a:r>
              <a:rPr lang="ko-KR" altLang="en-US"/>
              <a:t>생성됨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57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301779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연결</a:t>
            </a:r>
            <a:r>
              <a:rPr lang="en-US" altLang="ko-KR"/>
              <a:t> </a:t>
            </a:r>
            <a:r>
              <a:rPr lang="ko-KR" altLang="en-US"/>
              <a:t>프로그램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531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395581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1162542" y="405585"/>
            <a:ext cx="213931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56090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4186" y="1174638"/>
            <a:ext cx="2285139" cy="4836444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1162" y="1174224"/>
            <a:ext cx="2303266" cy="48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slides/slide7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27716" y="2521009"/>
            <a:ext cx="10972798" cy="1143000"/>
          </a:xfrm>
        </p:spPr>
        <p:txBody>
          <a:bodyPr>
            <a:normAutofit fontScale="90000"/>
          </a:bodyPr>
          <a:p>
            <a:pPr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페이지에서</a:t>
            </a:r>
            <a:r>
              <a:rPr lang="en-US" altLang="ko-KR"/>
              <a:t> </a:t>
            </a:r>
            <a:r>
              <a:rPr lang="ko-KR" altLang="en-US"/>
              <a:t>약속잡기</a:t>
            </a:r>
            <a:r>
              <a:rPr lang="en-US" altLang="ko-KR"/>
              <a:t> </a:t>
            </a:r>
            <a:r>
              <a:rPr lang="ko-KR" altLang="en-US"/>
              <a:t>구현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예약중</a:t>
            </a:r>
            <a:r>
              <a:rPr lang="en-US" altLang="ko-KR"/>
              <a:t> </a:t>
            </a:r>
            <a:r>
              <a:rPr lang="ko-KR" altLang="en-US"/>
              <a:t>상태일때</a:t>
            </a:r>
            <a:r>
              <a:rPr lang="en-US" altLang="ko-KR"/>
              <a:t> consumer </a:t>
            </a:r>
            <a:r>
              <a:rPr lang="ko-KR" altLang="en-US"/>
              <a:t>화면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357013"/>
      </p:ext>
    </p:extLst>
  </p:cSld>
  <p:clrMapOvr>
    <a:masterClrMapping/>
  </p:clrMapOvr>
</p:sld>
</file>

<file path=ppt/slides/slide8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stName"/>
          <p:cNvSpPr/>
          <p:nvPr/>
        </p:nvSpPr>
        <p:spPr>
          <a:xfrm>
            <a:off x="3615782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Box"/>
          <p:cNvSpPr txBox="1"/>
          <p:nvPr/>
        </p:nvSpPr>
        <p:spPr>
          <a:xfrm>
            <a:off x="3301779" y="298241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장소</a:t>
            </a:r>
            <a:r>
              <a:rPr lang="en-US" altLang="ko-KR"/>
              <a:t> </a:t>
            </a:r>
            <a:r>
              <a:rPr lang="ko-KR" altLang="en-US"/>
              <a:t>보기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4" name="TextBox"/>
          <p:cNvSpPr txBox="1"/>
          <p:nvPr/>
        </p:nvSpPr>
        <p:spPr>
          <a:xfrm>
            <a:off x="5403564" y="405585"/>
            <a:ext cx="1769745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연결</a:t>
            </a:r>
            <a:r>
              <a:rPr lang="en-US" altLang="ko-KR"/>
              <a:t> </a:t>
            </a:r>
            <a:r>
              <a:rPr lang="ko-KR" altLang="en-US"/>
              <a:t>프로그램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sp>
        <p:nvSpPr>
          <p:cNvPr id="5" name="prstName"/>
          <p:cNvSpPr/>
          <p:nvPr/>
        </p:nvSpPr>
        <p:spPr>
          <a:xfrm>
            <a:off x="7853137" y="3348271"/>
            <a:ext cx="978535" cy="48450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Box"/>
          <p:cNvSpPr txBox="1"/>
          <p:nvPr/>
        </p:nvSpPr>
        <p:spPr>
          <a:xfrm>
            <a:off x="7395581" y="2982415"/>
            <a:ext cx="198310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앱</a:t>
            </a:r>
            <a:r>
              <a:rPr lang="en-US" altLang="ko-KR"/>
              <a:t> </a:t>
            </a:r>
            <a:r>
              <a:rPr lang="ko-KR" altLang="en-US"/>
              <a:t>클릭</a:t>
            </a:r>
            <a:endParaRPr lang="ko-KR" altLang="en-US"/>
          </a:p>
        </p:txBody>
      </p:sp>
      <p:sp>
        <p:nvSpPr>
          <p:cNvPr id="7" name="TextBox"/>
          <p:cNvSpPr txBox="1"/>
          <p:nvPr/>
        </p:nvSpPr>
        <p:spPr>
          <a:xfrm>
            <a:off x="1162542" y="405585"/>
            <a:ext cx="213931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8" name="TextBox"/>
          <p:cNvSpPr txBox="1"/>
          <p:nvPr/>
        </p:nvSpPr>
        <p:spPr>
          <a:xfrm>
            <a:off x="9560909" y="405585"/>
            <a:ext cx="1769745" cy="3657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채팅</a:t>
            </a:r>
            <a:r>
              <a:rPr lang="en-US" altLang="ko-KR"/>
              <a:t> </a:t>
            </a:r>
            <a:r>
              <a:rPr lang="ko-KR" altLang="en-US"/>
              <a:t>상세</a:t>
            </a:r>
            <a:r>
              <a:rPr lang="en-US" altLang="ko-KR"/>
              <a:t> </a:t>
            </a:r>
            <a:r>
              <a:rPr lang="ko-KR" altLang="en-US"/>
              <a:t>화면</a:t>
            </a:r>
            <a:endParaRPr lang="ko-KR" altLang="en-US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303496" y="1174638"/>
            <a:ext cx="2285139" cy="4836444"/>
          </a:xfrm>
          <a:prstGeom prst="rect">
            <a:avLst/>
          </a:prstGeom>
        </p:spPr>
      </p:pic>
      <p:pic>
        <p:nvPicPr>
          <p:cNvPr id="10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71162" y="1174224"/>
            <a:ext cx="2303266" cy="48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6530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1715</ep:Words>
  <ep:PresentationFormat>화면 슬라이드 쇼(4:3)</ep:PresentationFormat>
  <ep:Paragraphs>655</ep:Paragraphs>
  <ep:Slides>80</ep:Slides>
  <ep:Notes>56</ep:Notes>
  <ep:TotalTime>0</ep:TotalTime>
  <ep:HiddenSlides>0</ep:HiddenSlides>
  <ep:MMClips>0</ep:MMClips>
  <ep:HeadingPairs>
    <vt:vector size="4" baseType="variant">
      <vt:variant>
        <vt:lpstr>Themes</vt:lpstr>
      </vt:variant>
      <vt:variant>
        <vt:i4>1</vt:i4>
      </vt:variant>
      <vt:variant>
        <vt:lpstr>Slide Title</vt:lpstr>
      </vt:variant>
      <vt:variant>
        <vt:i4>80</vt:i4>
      </vt:variant>
    </vt:vector>
  </ep:HeadingPairs>
  <ep:TitlesOfParts>
    <vt:vector size="81" baseType="lpstr">
      <vt:lpstr>한컴오피스</vt:lpstr>
      <vt:lpstr>당근마켓 시작하기 (시작하기 전 국가 변경)</vt:lpstr>
      <vt:lpstr>슬라이드 2</vt:lpstr>
      <vt:lpstr>슬라이드 3</vt:lpstr>
      <vt:lpstr>슬라이드 4</vt:lpstr>
      <vt:lpstr>슬라이드 5</vt:lpstr>
      <vt:lpstr>Slide 6</vt:lpstr>
      <vt:lpstr>슬라이드 7</vt:lpstr>
      <vt:lpstr>슬라이드 8</vt:lpstr>
      <vt:lpstr>슬라이드 9</vt:lpstr>
      <vt:lpstr>Slide 10</vt:lpstr>
      <vt:lpstr>Slide 11</vt:lpstr>
      <vt:lpstr>슬라이드 12</vt:lpstr>
      <vt:lpstr>Slide 13</vt:lpstr>
      <vt:lpstr>당근마켓 로그인(이메일 로그인)</vt:lpstr>
      <vt:lpstr>슬라이드 15</vt:lpstr>
      <vt:lpstr>Slide 16</vt:lpstr>
      <vt:lpstr>채팅 상세 페이지에서 약속잡기 구현 (판매중 상태일때 provider 화면)</vt:lpstr>
      <vt:lpstr>슬라이드 18</vt:lpstr>
      <vt:lpstr>슬라이드 19</vt:lpstr>
      <vt:lpstr>슬라이드 20</vt:lpstr>
      <vt:lpstr>Slide 21</vt:lpstr>
      <vt:lpstr>Slide 22</vt:lpstr>
      <vt:lpstr>Slide 23</vt:lpstr>
      <vt:lpstr>Slide 24</vt:lpstr>
      <vt:lpstr>Slide 25</vt:lpstr>
      <vt:lpstr>슬라이드 26</vt:lpstr>
      <vt:lpstr>Slide 27</vt:lpstr>
      <vt:lpstr>Slide 28</vt:lpstr>
      <vt:lpstr>당근마켓 로그인(기본 로그인)</vt:lpstr>
      <vt:lpstr>Slide 30</vt:lpstr>
      <vt:lpstr>Slide 31</vt:lpstr>
      <vt:lpstr>당근마켓 로그인(이메일 로그인)</vt:lpstr>
      <vt:lpstr>슬라이드 33</vt:lpstr>
      <vt:lpstr>Slide 34</vt:lpstr>
      <vt:lpstr>Slide 35</vt:lpstr>
      <vt:lpstr>Slide 36</vt:lpstr>
      <vt:lpstr>Slide 37</vt:lpstr>
      <vt:lpstr>Slide 38</vt:lpstr>
      <vt:lpstr>Slide 39</vt:lpstr>
      <vt:lpstr>슬라이드 40</vt:lpstr>
      <vt:lpstr>채팅 상세 페이지에서 약속잡기 생성</vt:lpstr>
      <vt:lpstr>Slide 42</vt:lpstr>
      <vt:lpstr>슬라이드 43</vt:lpstr>
      <vt:lpstr>슬라이드 44</vt:lpstr>
      <vt:lpstr>슬라이드 45</vt:lpstr>
      <vt:lpstr>슬라이드 46</vt:lpstr>
      <vt:lpstr>Slide 47</vt:lpstr>
      <vt:lpstr>약속 상세 보기</vt:lpstr>
      <vt:lpstr>Slide 49</vt:lpstr>
      <vt:lpstr>Slide 50</vt:lpstr>
      <vt:lpstr>Slide 51</vt:lpstr>
      <vt:lpstr>Slide 52</vt:lpstr>
      <vt:lpstr>Slide 53</vt:lpstr>
      <vt:lpstr>약속  삭제하기</vt:lpstr>
      <vt:lpstr>Slide 55</vt:lpstr>
      <vt:lpstr>Slide 56</vt:lpstr>
      <vt:lpstr>Slide 57</vt:lpstr>
      <vt:lpstr>채팅 상세 페이지에서 consumer가 구매 물품 추가 하기</vt:lpstr>
      <vt:lpstr>채팅 상세 페이지에서 약속잡기 구현 (예약중 상태일때 provider 화면)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슬라이드 67</vt:lpstr>
      <vt:lpstr>Slide 68</vt:lpstr>
      <vt:lpstr>채팅 상세 페이지에서 약속잡기 구현 (예약중 상태일때 consumer 화면)</vt:lpstr>
      <vt:lpstr>Slide 70</vt:lpstr>
      <vt:lpstr>슬라이드 71</vt:lpstr>
      <vt:lpstr>슬라이드 72</vt:lpstr>
      <vt:lpstr>슬라이드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2022-08-23T00:30:41.353</dcterms:created>
  <dc:creator>hancom</dc:creator>
  <cp:lastModifiedBy>hancom</cp:lastModifiedBy>
  <dcterms:modified xsi:type="dcterms:W3CDTF">2025-06-15T16:34:31.497</dcterms:modified>
  <cp:revision>37</cp:revision>
  <cp:version>12.0.0.1480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